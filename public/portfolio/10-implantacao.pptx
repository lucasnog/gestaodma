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2"/>
  </p:notesMasterIdLst>
  <p:sldIdLst>
    <p:sldId id="400" r:id="rId5"/>
    <p:sldId id="571" r:id="rId6"/>
    <p:sldId id="574" r:id="rId7"/>
    <p:sldId id="576" r:id="rId8"/>
    <p:sldId id="577" r:id="rId9"/>
    <p:sldId id="591" r:id="rId10"/>
    <p:sldId id="575" r:id="rId11"/>
    <p:sldId id="562" r:id="rId12"/>
    <p:sldId id="566" r:id="rId13"/>
    <p:sldId id="565" r:id="rId14"/>
    <p:sldId id="568" r:id="rId15"/>
    <p:sldId id="570" r:id="rId16"/>
    <p:sldId id="567" r:id="rId17"/>
    <p:sldId id="572" r:id="rId18"/>
    <p:sldId id="563" r:id="rId19"/>
    <p:sldId id="564" r:id="rId20"/>
    <p:sldId id="569" r:id="rId21"/>
  </p:sldIdLst>
  <p:sldSz cx="18288000" cy="10287000"/>
  <p:notesSz cx="6858000" cy="9144000"/>
  <p:embeddedFontLst>
    <p:embeddedFont>
      <p:font typeface="Gotham" panose="020B0604020202020204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 snapToGrid="0">
      <p:cViewPr varScale="1">
        <p:scale>
          <a:sx n="72" d="100"/>
          <a:sy n="72" d="100"/>
        </p:scale>
        <p:origin x="34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olfo Parussoli" userId="c7faa30e-8fea-4bad-a83c-cea8df40b9da" providerId="ADAL" clId="{E1647156-5E49-4622-8F27-0D63BDF71F2D}"/>
    <pc:docChg chg="modSld">
      <pc:chgData name="Rodolfo Parussoli" userId="c7faa30e-8fea-4bad-a83c-cea8df40b9da" providerId="ADAL" clId="{E1647156-5E49-4622-8F27-0D63BDF71F2D}" dt="2026-08-07T13:43:40.448" v="39" actId="6549"/>
      <pc:docMkLst>
        <pc:docMk/>
      </pc:docMkLst>
      <pc:sldChg chg="modSp mod">
        <pc:chgData name="Rodolfo Parussoli" userId="c7faa30e-8fea-4bad-a83c-cea8df40b9da" providerId="ADAL" clId="{E1647156-5E49-4622-8F27-0D63BDF71F2D}" dt="2026-08-07T13:43:09.327" v="33" actId="6549"/>
        <pc:sldMkLst>
          <pc:docMk/>
          <pc:sldMk cId="372397569" sldId="400"/>
        </pc:sldMkLst>
        <pc:spChg chg="mod">
          <ac:chgData name="Rodolfo Parussoli" userId="c7faa30e-8fea-4bad-a83c-cea8df40b9da" providerId="ADAL" clId="{E1647156-5E49-4622-8F27-0D63BDF71F2D}" dt="2026-08-07T13:43:09.327" v="33" actId="6549"/>
          <ac:spMkLst>
            <pc:docMk/>
            <pc:sldMk cId="372397569" sldId="400"/>
            <ac:spMk id="13" creationId="{43972E64-7FBE-7F6F-3AAF-A7E4B37AE5E8}"/>
          </ac:spMkLst>
        </pc:spChg>
      </pc:sldChg>
      <pc:sldChg chg="modSp mod">
        <pc:chgData name="Rodolfo Parussoli" userId="c7faa30e-8fea-4bad-a83c-cea8df40b9da" providerId="ADAL" clId="{E1647156-5E49-4622-8F27-0D63BDF71F2D}" dt="2026-08-07T13:43:40.448" v="39" actId="6549"/>
        <pc:sldMkLst>
          <pc:docMk/>
          <pc:sldMk cId="2674299071" sldId="575"/>
        </pc:sldMkLst>
        <pc:spChg chg="mod">
          <ac:chgData name="Rodolfo Parussoli" userId="c7faa30e-8fea-4bad-a83c-cea8df40b9da" providerId="ADAL" clId="{E1647156-5E49-4622-8F27-0D63BDF71F2D}" dt="2026-08-07T13:43:40.448" v="39" actId="6549"/>
          <ac:spMkLst>
            <pc:docMk/>
            <pc:sldMk cId="2674299071" sldId="575"/>
            <ac:spMk id="5" creationId="{320C711B-FFD0-5682-3D9A-A58CF12ADEED}"/>
          </ac:spMkLst>
        </pc:spChg>
      </pc:sldChg>
      <pc:sldChg chg="modSp mod">
        <pc:chgData name="Rodolfo Parussoli" userId="c7faa30e-8fea-4bad-a83c-cea8df40b9da" providerId="ADAL" clId="{E1647156-5E49-4622-8F27-0D63BDF71F2D}" dt="2026-08-07T13:42:46.281" v="15" actId="6549"/>
        <pc:sldMkLst>
          <pc:docMk/>
          <pc:sldMk cId="1685477378" sldId="576"/>
        </pc:sldMkLst>
        <pc:spChg chg="mod">
          <ac:chgData name="Rodolfo Parussoli" userId="c7faa30e-8fea-4bad-a83c-cea8df40b9da" providerId="ADAL" clId="{E1647156-5E49-4622-8F27-0D63BDF71F2D}" dt="2026-08-07T13:42:46.281" v="15" actId="6549"/>
          <ac:spMkLst>
            <pc:docMk/>
            <pc:sldMk cId="1685477378" sldId="576"/>
            <ac:spMk id="5" creationId="{F74DFD1F-E7D6-D4DC-F265-2A24F5C9CF07}"/>
          </ac:spMkLst>
        </pc:spChg>
      </pc:sldChg>
    </pc:docChg>
  </pc:docChgLst>
  <pc:docChgLst>
    <pc:chgData name="Lucas Nogueira Lopes" userId="b4794c58-b96d-4e49-8f1f-2dabfe8a9e6e" providerId="ADAL" clId="{816383E1-CDCA-4CC2-B79A-A3F515FC65D6}"/>
    <pc:docChg chg="undo custSel modSld sldOrd">
      <pc:chgData name="Lucas Nogueira Lopes" userId="b4794c58-b96d-4e49-8f1f-2dabfe8a9e6e" providerId="ADAL" clId="{816383E1-CDCA-4CC2-B79A-A3F515FC65D6}" dt="2026-07-23T18:49:28.540" v="61"/>
      <pc:docMkLst>
        <pc:docMk/>
      </pc:docMkLst>
      <pc:sldChg chg="modSp mod">
        <pc:chgData name="Lucas Nogueira Lopes" userId="b4794c58-b96d-4e49-8f1f-2dabfe8a9e6e" providerId="ADAL" clId="{816383E1-CDCA-4CC2-B79A-A3F515FC65D6}" dt="2026-07-23T18:42:37.359" v="47" actId="20577"/>
        <pc:sldMkLst>
          <pc:docMk/>
          <pc:sldMk cId="2628416597" sldId="563"/>
        </pc:sldMkLst>
        <pc:spChg chg="mod">
          <ac:chgData name="Lucas Nogueira Lopes" userId="b4794c58-b96d-4e49-8f1f-2dabfe8a9e6e" providerId="ADAL" clId="{816383E1-CDCA-4CC2-B79A-A3F515FC65D6}" dt="2026-07-23T18:42:37.359" v="47" actId="20577"/>
          <ac:spMkLst>
            <pc:docMk/>
            <pc:sldMk cId="2628416597" sldId="563"/>
            <ac:spMk id="31" creationId="{7879D012-16F7-2772-82CE-BAA1DA2CA435}"/>
          </ac:spMkLst>
        </pc:spChg>
      </pc:sldChg>
      <pc:sldChg chg="ord">
        <pc:chgData name="Lucas Nogueira Lopes" userId="b4794c58-b96d-4e49-8f1f-2dabfe8a9e6e" providerId="ADAL" clId="{816383E1-CDCA-4CC2-B79A-A3F515FC65D6}" dt="2026-07-21T18:24:20.150" v="5"/>
        <pc:sldMkLst>
          <pc:docMk/>
          <pc:sldMk cId="1175076609" sldId="565"/>
        </pc:sldMkLst>
      </pc:sldChg>
      <pc:sldChg chg="ord">
        <pc:chgData name="Lucas Nogueira Lopes" userId="b4794c58-b96d-4e49-8f1f-2dabfe8a9e6e" providerId="ADAL" clId="{816383E1-CDCA-4CC2-B79A-A3F515FC65D6}" dt="2026-07-21T18:24:07.411" v="3"/>
        <pc:sldMkLst>
          <pc:docMk/>
          <pc:sldMk cId="1247746116" sldId="566"/>
        </pc:sldMkLst>
      </pc:sldChg>
      <pc:sldChg chg="ord">
        <pc:chgData name="Lucas Nogueira Lopes" userId="b4794c58-b96d-4e49-8f1f-2dabfe8a9e6e" providerId="ADAL" clId="{816383E1-CDCA-4CC2-B79A-A3F515FC65D6}" dt="2026-07-21T18:24:35.669" v="7"/>
        <pc:sldMkLst>
          <pc:docMk/>
          <pc:sldMk cId="3711688871" sldId="567"/>
        </pc:sldMkLst>
      </pc:sldChg>
      <pc:sldChg chg="ord">
        <pc:chgData name="Lucas Nogueira Lopes" userId="b4794c58-b96d-4e49-8f1f-2dabfe8a9e6e" providerId="ADAL" clId="{816383E1-CDCA-4CC2-B79A-A3F515FC65D6}" dt="2026-07-21T18:24:51.926" v="11"/>
        <pc:sldMkLst>
          <pc:docMk/>
          <pc:sldMk cId="1218136290" sldId="568"/>
        </pc:sldMkLst>
      </pc:sldChg>
      <pc:sldChg chg="ord">
        <pc:chgData name="Lucas Nogueira Lopes" userId="b4794c58-b96d-4e49-8f1f-2dabfe8a9e6e" providerId="ADAL" clId="{816383E1-CDCA-4CC2-B79A-A3F515FC65D6}" dt="2026-07-21T18:25:26.312" v="15"/>
        <pc:sldMkLst>
          <pc:docMk/>
          <pc:sldMk cId="4066996974" sldId="570"/>
        </pc:sldMkLst>
      </pc:sldChg>
      <pc:sldChg chg="ord">
        <pc:chgData name="Lucas Nogueira Lopes" userId="b4794c58-b96d-4e49-8f1f-2dabfe8a9e6e" providerId="ADAL" clId="{816383E1-CDCA-4CC2-B79A-A3F515FC65D6}" dt="2026-07-21T18:23:49.383" v="1"/>
        <pc:sldMkLst>
          <pc:docMk/>
          <pc:sldMk cId="2303345150" sldId="572"/>
        </pc:sldMkLst>
      </pc:sldChg>
      <pc:sldChg chg="modSp mod">
        <pc:chgData name="Lucas Nogueira Lopes" userId="b4794c58-b96d-4e49-8f1f-2dabfe8a9e6e" providerId="ADAL" clId="{816383E1-CDCA-4CC2-B79A-A3F515FC65D6}" dt="2026-07-23T18:10:52.679" v="24" actId="20577"/>
        <pc:sldMkLst>
          <pc:docMk/>
          <pc:sldMk cId="3197316375" sldId="574"/>
        </pc:sldMkLst>
        <pc:spChg chg="mod">
          <ac:chgData name="Lucas Nogueira Lopes" userId="b4794c58-b96d-4e49-8f1f-2dabfe8a9e6e" providerId="ADAL" clId="{816383E1-CDCA-4CC2-B79A-A3F515FC65D6}" dt="2026-07-23T18:10:52.679" v="24" actId="20577"/>
          <ac:spMkLst>
            <pc:docMk/>
            <pc:sldMk cId="3197316375" sldId="574"/>
            <ac:spMk id="31" creationId="{8F0A9C15-5323-F668-14A8-BCB626867856}"/>
          </ac:spMkLst>
        </pc:spChg>
      </pc:sldChg>
      <pc:sldChg chg="modSp mod">
        <pc:chgData name="Lucas Nogueira Lopes" userId="b4794c58-b96d-4e49-8f1f-2dabfe8a9e6e" providerId="ADAL" clId="{816383E1-CDCA-4CC2-B79A-A3F515FC65D6}" dt="2026-07-23T18:10:56.072" v="25" actId="20577"/>
        <pc:sldMkLst>
          <pc:docMk/>
          <pc:sldMk cId="1685477378" sldId="576"/>
        </pc:sldMkLst>
        <pc:spChg chg="mod">
          <ac:chgData name="Lucas Nogueira Lopes" userId="b4794c58-b96d-4e49-8f1f-2dabfe8a9e6e" providerId="ADAL" clId="{816383E1-CDCA-4CC2-B79A-A3F515FC65D6}" dt="2026-07-23T18:10:56.072" v="25" actId="20577"/>
          <ac:spMkLst>
            <pc:docMk/>
            <pc:sldMk cId="1685477378" sldId="576"/>
            <ac:spMk id="5" creationId="{F74DFD1F-E7D6-D4DC-F265-2A24F5C9CF07}"/>
          </ac:spMkLst>
        </pc:spChg>
      </pc:sldChg>
      <pc:sldChg chg="modSp mod">
        <pc:chgData name="Lucas Nogueira Lopes" userId="b4794c58-b96d-4e49-8f1f-2dabfe8a9e6e" providerId="ADAL" clId="{816383E1-CDCA-4CC2-B79A-A3F515FC65D6}" dt="2026-07-23T18:49:28.540" v="61"/>
        <pc:sldMkLst>
          <pc:docMk/>
          <pc:sldMk cId="3909564564" sldId="591"/>
        </pc:sldMkLst>
        <pc:spChg chg="mod">
          <ac:chgData name="Lucas Nogueira Lopes" userId="b4794c58-b96d-4e49-8f1f-2dabfe8a9e6e" providerId="ADAL" clId="{816383E1-CDCA-4CC2-B79A-A3F515FC65D6}" dt="2026-07-23T18:49:28.540" v="61"/>
          <ac:spMkLst>
            <pc:docMk/>
            <pc:sldMk cId="3909564564" sldId="591"/>
            <ac:spMk id="31" creationId="{F73F801E-75EA-523C-7368-F899C0FFE3E6}"/>
          </ac:spMkLst>
        </pc:spChg>
      </pc:sldChg>
    </pc:docChg>
  </pc:docChgLst>
  <pc:docChgLst>
    <pc:chgData name="Ana Luisa Neves Abreu" userId="d15c2549-03e1-4fc7-913e-94ad6c499cc9" providerId="ADAL" clId="{DE53FC85-EA55-41E4-A039-BB855B497A64}"/>
    <pc:docChg chg="custSel delSld modSld">
      <pc:chgData name="Ana Luisa Neves Abreu" userId="d15c2549-03e1-4fc7-913e-94ad6c499cc9" providerId="ADAL" clId="{DE53FC85-EA55-41E4-A039-BB855B497A64}" dt="2026-07-14T11:57:28.198" v="220" actId="13926"/>
      <pc:docMkLst>
        <pc:docMk/>
      </pc:docMkLst>
      <pc:sldChg chg="modSp mod">
        <pc:chgData name="Ana Luisa Neves Abreu" userId="d15c2549-03e1-4fc7-913e-94ad6c499cc9" providerId="ADAL" clId="{DE53FC85-EA55-41E4-A039-BB855B497A64}" dt="2026-07-14T11:57:28.198" v="220" actId="13926"/>
        <pc:sldMkLst>
          <pc:docMk/>
          <pc:sldMk cId="372397569" sldId="400"/>
        </pc:sldMkLst>
        <pc:spChg chg="mod">
          <ac:chgData name="Ana Luisa Neves Abreu" userId="d15c2549-03e1-4fc7-913e-94ad6c499cc9" providerId="ADAL" clId="{DE53FC85-EA55-41E4-A039-BB855B497A64}" dt="2026-07-14T11:57:28.198" v="220" actId="13926"/>
          <ac:spMkLst>
            <pc:docMk/>
            <pc:sldMk cId="372397569" sldId="400"/>
            <ac:spMk id="13" creationId="{43972E64-7FBE-7F6F-3AAF-A7E4B37AE5E8}"/>
          </ac:spMkLst>
        </pc:spChg>
      </pc:sldChg>
      <pc:sldChg chg="modSp mod">
        <pc:chgData name="Ana Luisa Neves Abreu" userId="d15c2549-03e1-4fc7-913e-94ad6c499cc9" providerId="ADAL" clId="{DE53FC85-EA55-41E4-A039-BB855B497A64}" dt="2026-07-14T11:50:37.596" v="191" actId="20577"/>
        <pc:sldMkLst>
          <pc:docMk/>
          <pc:sldMk cId="735573080" sldId="562"/>
        </pc:sldMkLst>
        <pc:spChg chg="mod">
          <ac:chgData name="Ana Luisa Neves Abreu" userId="d15c2549-03e1-4fc7-913e-94ad6c499cc9" providerId="ADAL" clId="{DE53FC85-EA55-41E4-A039-BB855B497A64}" dt="2026-07-14T11:50:37.596" v="191" actId="20577"/>
          <ac:spMkLst>
            <pc:docMk/>
            <pc:sldMk cId="735573080" sldId="562"/>
            <ac:spMk id="5" creationId="{14A05196-6D95-FED2-5F25-5E80D0B0F477}"/>
          </ac:spMkLst>
        </pc:spChg>
      </pc:sldChg>
      <pc:sldChg chg="modSp mod">
        <pc:chgData name="Ana Luisa Neves Abreu" userId="d15c2549-03e1-4fc7-913e-94ad6c499cc9" providerId="ADAL" clId="{DE53FC85-EA55-41E4-A039-BB855B497A64}" dt="2026-07-14T11:48:22.229" v="176" actId="20577"/>
        <pc:sldMkLst>
          <pc:docMk/>
          <pc:sldMk cId="2628416597" sldId="563"/>
        </pc:sldMkLst>
        <pc:spChg chg="mod">
          <ac:chgData name="Ana Luisa Neves Abreu" userId="d15c2549-03e1-4fc7-913e-94ad6c499cc9" providerId="ADAL" clId="{DE53FC85-EA55-41E4-A039-BB855B497A64}" dt="2026-07-14T11:48:22.229" v="176" actId="20577"/>
          <ac:spMkLst>
            <pc:docMk/>
            <pc:sldMk cId="2628416597" sldId="563"/>
            <ac:spMk id="31" creationId="{7879D012-16F7-2772-82CE-BAA1DA2CA435}"/>
          </ac:spMkLst>
        </pc:spChg>
      </pc:sldChg>
      <pc:sldChg chg="modSp mod">
        <pc:chgData name="Ana Luisa Neves Abreu" userId="d15c2549-03e1-4fc7-913e-94ad6c499cc9" providerId="ADAL" clId="{DE53FC85-EA55-41E4-A039-BB855B497A64}" dt="2026-07-14T11:38:48.235" v="151" actId="113"/>
        <pc:sldMkLst>
          <pc:docMk/>
          <pc:sldMk cId="2076027580" sldId="564"/>
        </pc:sldMkLst>
        <pc:spChg chg="mod">
          <ac:chgData name="Ana Luisa Neves Abreu" userId="d15c2549-03e1-4fc7-913e-94ad6c499cc9" providerId="ADAL" clId="{DE53FC85-EA55-41E4-A039-BB855B497A64}" dt="2026-07-14T11:38:48.235" v="151" actId="113"/>
          <ac:spMkLst>
            <pc:docMk/>
            <pc:sldMk cId="2076027580" sldId="564"/>
            <ac:spMk id="31" creationId="{C4886D2E-5F50-60F5-3E9D-8FA15779DB64}"/>
          </ac:spMkLst>
        </pc:spChg>
      </pc:sldChg>
      <pc:sldChg chg="modSp mod">
        <pc:chgData name="Ana Luisa Neves Abreu" userId="d15c2549-03e1-4fc7-913e-94ad6c499cc9" providerId="ADAL" clId="{DE53FC85-EA55-41E4-A039-BB855B497A64}" dt="2026-07-13T19:19:05.460" v="49" actId="207"/>
        <pc:sldMkLst>
          <pc:docMk/>
          <pc:sldMk cId="1247746116" sldId="566"/>
        </pc:sldMkLst>
        <pc:spChg chg="mod">
          <ac:chgData name="Ana Luisa Neves Abreu" userId="d15c2549-03e1-4fc7-913e-94ad6c499cc9" providerId="ADAL" clId="{DE53FC85-EA55-41E4-A039-BB855B497A64}" dt="2026-07-13T19:19:05.460" v="49" actId="207"/>
          <ac:spMkLst>
            <pc:docMk/>
            <pc:sldMk cId="1247746116" sldId="566"/>
            <ac:spMk id="31" creationId="{2BDBB675-E876-E21C-8549-60DD7CF2FF0C}"/>
          </ac:spMkLst>
        </pc:spChg>
      </pc:sldChg>
      <pc:sldChg chg="addSp modSp mod">
        <pc:chgData name="Ana Luisa Neves Abreu" userId="d15c2549-03e1-4fc7-913e-94ad6c499cc9" providerId="ADAL" clId="{DE53FC85-EA55-41E4-A039-BB855B497A64}" dt="2026-07-13T19:24:37.678" v="57" actId="20577"/>
        <pc:sldMkLst>
          <pc:docMk/>
          <pc:sldMk cId="1218136290" sldId="568"/>
        </pc:sldMkLst>
        <pc:spChg chg="mod">
          <ac:chgData name="Ana Luisa Neves Abreu" userId="d15c2549-03e1-4fc7-913e-94ad6c499cc9" providerId="ADAL" clId="{DE53FC85-EA55-41E4-A039-BB855B497A64}" dt="2026-07-13T19:24:37.678" v="57" actId="20577"/>
          <ac:spMkLst>
            <pc:docMk/>
            <pc:sldMk cId="1218136290" sldId="568"/>
            <ac:spMk id="31" creationId="{4126660C-DE2C-79F4-2834-A11E8A9C8828}"/>
          </ac:spMkLst>
        </pc:spChg>
      </pc:sldChg>
      <pc:sldChg chg="modSp mod">
        <pc:chgData name="Ana Luisa Neves Abreu" userId="d15c2549-03e1-4fc7-913e-94ad6c499cc9" providerId="ADAL" clId="{DE53FC85-EA55-41E4-A039-BB855B497A64}" dt="2026-07-13T19:27:58.621" v="65" actId="108"/>
        <pc:sldMkLst>
          <pc:docMk/>
          <pc:sldMk cId="242671117" sldId="569"/>
        </pc:sldMkLst>
        <pc:spChg chg="mod">
          <ac:chgData name="Ana Luisa Neves Abreu" userId="d15c2549-03e1-4fc7-913e-94ad6c499cc9" providerId="ADAL" clId="{DE53FC85-EA55-41E4-A039-BB855B497A64}" dt="2026-07-13T19:27:58.621" v="65" actId="108"/>
          <ac:spMkLst>
            <pc:docMk/>
            <pc:sldMk cId="242671117" sldId="569"/>
            <ac:spMk id="31" creationId="{F6E0A67B-A9B8-1440-258A-4D8045B1140A}"/>
          </ac:spMkLst>
        </pc:spChg>
      </pc:sldChg>
      <pc:sldChg chg="modSp mod">
        <pc:chgData name="Ana Luisa Neves Abreu" userId="d15c2549-03e1-4fc7-913e-94ad6c499cc9" providerId="ADAL" clId="{DE53FC85-EA55-41E4-A039-BB855B497A64}" dt="2026-07-13T19:30:57.533" v="86" actId="20577"/>
        <pc:sldMkLst>
          <pc:docMk/>
          <pc:sldMk cId="1596930912" sldId="571"/>
        </pc:sldMkLst>
        <pc:spChg chg="mod">
          <ac:chgData name="Ana Luisa Neves Abreu" userId="d15c2549-03e1-4fc7-913e-94ad6c499cc9" providerId="ADAL" clId="{DE53FC85-EA55-41E4-A039-BB855B497A64}" dt="2026-07-13T19:30:57.533" v="86" actId="20577"/>
          <ac:spMkLst>
            <pc:docMk/>
            <pc:sldMk cId="1596930912" sldId="571"/>
            <ac:spMk id="5" creationId="{8643E479-B076-6060-9854-29432DA64205}"/>
          </ac:spMkLst>
        </pc:spChg>
      </pc:sldChg>
      <pc:sldChg chg="modSp mod">
        <pc:chgData name="Ana Luisa Neves Abreu" userId="d15c2549-03e1-4fc7-913e-94ad6c499cc9" providerId="ADAL" clId="{DE53FC85-EA55-41E4-A039-BB855B497A64}" dt="2026-07-13T18:41:22.408" v="18" actId="20577"/>
        <pc:sldMkLst>
          <pc:docMk/>
          <pc:sldMk cId="2303345150" sldId="572"/>
        </pc:sldMkLst>
        <pc:spChg chg="mod">
          <ac:chgData name="Ana Luisa Neves Abreu" userId="d15c2549-03e1-4fc7-913e-94ad6c499cc9" providerId="ADAL" clId="{DE53FC85-EA55-41E4-A039-BB855B497A64}" dt="2026-07-13T18:41:22.408" v="18" actId="20577"/>
          <ac:spMkLst>
            <pc:docMk/>
            <pc:sldMk cId="2303345150" sldId="572"/>
            <ac:spMk id="31" creationId="{6A9A7CE0-86D5-6883-E4B0-AF2E3BBD4740}"/>
          </ac:spMkLst>
        </pc:spChg>
      </pc:sldChg>
      <pc:sldChg chg="modSp mod">
        <pc:chgData name="Ana Luisa Neves Abreu" userId="d15c2549-03e1-4fc7-913e-94ad6c499cc9" providerId="ADAL" clId="{DE53FC85-EA55-41E4-A039-BB855B497A64}" dt="2026-07-13T18:43:19.901" v="21" actId="20577"/>
        <pc:sldMkLst>
          <pc:docMk/>
          <pc:sldMk cId="3197316375" sldId="574"/>
        </pc:sldMkLst>
        <pc:spChg chg="mod">
          <ac:chgData name="Ana Luisa Neves Abreu" userId="d15c2549-03e1-4fc7-913e-94ad6c499cc9" providerId="ADAL" clId="{DE53FC85-EA55-41E4-A039-BB855B497A64}" dt="2026-07-13T18:43:19.901" v="21" actId="20577"/>
          <ac:spMkLst>
            <pc:docMk/>
            <pc:sldMk cId="3197316375" sldId="574"/>
            <ac:spMk id="31" creationId="{8F0A9C15-5323-F668-14A8-BCB626867856}"/>
          </ac:spMkLst>
        </pc:spChg>
      </pc:sldChg>
      <pc:sldChg chg="modSp mod">
        <pc:chgData name="Ana Luisa Neves Abreu" userId="d15c2549-03e1-4fc7-913e-94ad6c499cc9" providerId="ADAL" clId="{DE53FC85-EA55-41E4-A039-BB855B497A64}" dt="2026-07-13T19:49:58.713" v="120" actId="108"/>
        <pc:sldMkLst>
          <pc:docMk/>
          <pc:sldMk cId="2674299071" sldId="575"/>
        </pc:sldMkLst>
        <pc:spChg chg="mod">
          <ac:chgData name="Ana Luisa Neves Abreu" userId="d15c2549-03e1-4fc7-913e-94ad6c499cc9" providerId="ADAL" clId="{DE53FC85-EA55-41E4-A039-BB855B497A64}" dt="2026-07-13T19:49:58.713" v="120" actId="108"/>
          <ac:spMkLst>
            <pc:docMk/>
            <pc:sldMk cId="2674299071" sldId="575"/>
            <ac:spMk id="5" creationId="{320C711B-FFD0-5682-3D9A-A58CF12ADEED}"/>
          </ac:spMkLst>
        </pc:spChg>
      </pc:sldChg>
      <pc:sldChg chg="modSp mod">
        <pc:chgData name="Ana Luisa Neves Abreu" userId="d15c2549-03e1-4fc7-913e-94ad6c499cc9" providerId="ADAL" clId="{DE53FC85-EA55-41E4-A039-BB855B497A64}" dt="2026-07-13T18:45:32.465" v="31" actId="20577"/>
        <pc:sldMkLst>
          <pc:docMk/>
          <pc:sldMk cId="1685477378" sldId="576"/>
        </pc:sldMkLst>
        <pc:spChg chg="mod">
          <ac:chgData name="Ana Luisa Neves Abreu" userId="d15c2549-03e1-4fc7-913e-94ad6c499cc9" providerId="ADAL" clId="{DE53FC85-EA55-41E4-A039-BB855B497A64}" dt="2026-07-13T18:45:32.465" v="31" actId="20577"/>
          <ac:spMkLst>
            <pc:docMk/>
            <pc:sldMk cId="1685477378" sldId="576"/>
            <ac:spMk id="5" creationId="{F74DFD1F-E7D6-D4DC-F265-2A24F5C9CF07}"/>
          </ac:spMkLst>
        </pc:spChg>
      </pc:sldChg>
      <pc:sldChg chg="modSp mod">
        <pc:chgData name="Ana Luisa Neves Abreu" userId="d15c2549-03e1-4fc7-913e-94ad6c499cc9" providerId="ADAL" clId="{DE53FC85-EA55-41E4-A039-BB855B497A64}" dt="2026-07-13T19:35:49.250" v="103" actId="108"/>
        <pc:sldMkLst>
          <pc:docMk/>
          <pc:sldMk cId="1355124416" sldId="577"/>
        </pc:sldMkLst>
        <pc:spChg chg="mod">
          <ac:chgData name="Ana Luisa Neves Abreu" userId="d15c2549-03e1-4fc7-913e-94ad6c499cc9" providerId="ADAL" clId="{DE53FC85-EA55-41E4-A039-BB855B497A64}" dt="2026-07-13T19:35:49.250" v="103" actId="108"/>
          <ac:spMkLst>
            <pc:docMk/>
            <pc:sldMk cId="1355124416" sldId="577"/>
            <ac:spMk id="31" creationId="{4288A316-0E6E-CD15-9D04-10CA844C8C8E}"/>
          </ac:spMkLst>
        </pc:spChg>
      </pc:sldChg>
      <pc:sldChg chg="modSp mod">
        <pc:chgData name="Ana Luisa Neves Abreu" userId="d15c2549-03e1-4fc7-913e-94ad6c499cc9" providerId="ADAL" clId="{DE53FC85-EA55-41E4-A039-BB855B497A64}" dt="2026-07-13T18:47:02.078" v="32" actId="20577"/>
        <pc:sldMkLst>
          <pc:docMk/>
          <pc:sldMk cId="3909564564" sldId="591"/>
        </pc:sldMkLst>
        <pc:spChg chg="mod">
          <ac:chgData name="Ana Luisa Neves Abreu" userId="d15c2549-03e1-4fc7-913e-94ad6c499cc9" providerId="ADAL" clId="{DE53FC85-EA55-41E4-A039-BB855B497A64}" dt="2026-07-13T18:47:02.078" v="32" actId="20577"/>
          <ac:spMkLst>
            <pc:docMk/>
            <pc:sldMk cId="3909564564" sldId="591"/>
            <ac:spMk id="31" creationId="{F73F801E-75EA-523C-7368-F899C0FFE3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A6D7A-4C38-D8FE-32F2-D31D82BD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DAD74B-070F-F794-058F-57B3229618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A570F-9FC6-8121-26ED-1E6B6C2541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F7FA64-1FD1-1C48-A8D7-D9C58B159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701C0A-490E-8A98-F621-1342079B0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21948-5412-0991-FC42-ECB8A7BD23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42E91-9AC7-CAFB-CF82-EA8A0A67C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62466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2842-D670-32B2-09A1-AE02F2DC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53789E7-AE06-7A46-ACA2-54E1FFD77A2A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AA5E333-9C08-1D62-6925-AFEE9E6A149E}"/>
              </a:ext>
            </a:extLst>
          </p:cNvPr>
          <p:cNvGrpSpPr/>
          <p:nvPr/>
        </p:nvGrpSpPr>
        <p:grpSpPr>
          <a:xfrm>
            <a:off x="5161504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D5625C0-0A30-ADD0-850B-D925020D1A05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21DB79E-33B3-0474-291F-579684611025}"/>
              </a:ext>
            </a:extLst>
          </p:cNvPr>
          <p:cNvSpPr txBox="1"/>
          <p:nvPr/>
        </p:nvSpPr>
        <p:spPr>
          <a:xfrm>
            <a:off x="6458508" y="3729055"/>
            <a:ext cx="6060114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IMPLANTAÇÃO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D725DDA-62C3-6139-C58E-4DB2D5C620A9}"/>
              </a:ext>
            </a:extLst>
          </p:cNvPr>
          <p:cNvSpPr txBox="1"/>
          <p:nvPr/>
        </p:nvSpPr>
        <p:spPr>
          <a:xfrm>
            <a:off x="6113943" y="-356989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10.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C6F029CA-8972-0F6C-D531-6FD4745370DC}"/>
              </a:ext>
            </a:extLst>
          </p:cNvPr>
          <p:cNvGrpSpPr/>
          <p:nvPr/>
        </p:nvGrpSpPr>
        <p:grpSpPr>
          <a:xfrm>
            <a:off x="7400832" y="5733701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32F40DA-4EC2-1AE1-EFED-3FB9153734FD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E938F0F0-787C-7425-9910-8CAFB753AC53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2B6AEBC7-EC3C-B2B0-34A2-20FC345577E7}"/>
              </a:ext>
            </a:extLst>
          </p:cNvPr>
          <p:cNvGrpSpPr/>
          <p:nvPr/>
        </p:nvGrpSpPr>
        <p:grpSpPr>
          <a:xfrm>
            <a:off x="10604466" y="5733700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4D166BC-E017-8D92-8D0C-462933B6F8EB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2CD65145-0C57-FE93-8AA8-F7CBCCA2C858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6D637B5C-0196-6CE4-65FF-8C4A462A6D76}"/>
              </a:ext>
            </a:extLst>
          </p:cNvPr>
          <p:cNvSpPr txBox="1"/>
          <p:nvPr/>
        </p:nvSpPr>
        <p:spPr>
          <a:xfrm>
            <a:off x="10787747" y="6881714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E3A8CD4D-F91D-6CCD-87EA-F64DC17C26C7}"/>
              </a:ext>
            </a:extLst>
          </p:cNvPr>
          <p:cNvGrpSpPr/>
          <p:nvPr/>
        </p:nvGrpSpPr>
        <p:grpSpPr>
          <a:xfrm>
            <a:off x="13808100" y="5733700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10A243E7-5348-A7A4-DE3B-F20D772EB846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F4257A3B-B326-9E79-0AB2-C99345899DB1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A6441ACF-89D6-3545-C6E4-90D6C4C0E4A8}"/>
              </a:ext>
            </a:extLst>
          </p:cNvPr>
          <p:cNvSpPr txBox="1"/>
          <p:nvPr/>
        </p:nvSpPr>
        <p:spPr>
          <a:xfrm>
            <a:off x="13991381" y="6700308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B9A6CD1-1247-961C-D5C0-B1764D8FE3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3947F70-5840-D550-45C3-45C5087A89BC}"/>
              </a:ext>
            </a:extLst>
          </p:cNvPr>
          <p:cNvSpPr txBox="1"/>
          <p:nvPr/>
        </p:nvSpPr>
        <p:spPr>
          <a:xfrm>
            <a:off x="7571831" y="6915491"/>
            <a:ext cx="2470678" cy="629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13 MUNICÍPIOS CONTEMPLADOS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A55444C-644B-3D52-8F88-F7F60E9F3802}"/>
              </a:ext>
            </a:extLst>
          </p:cNvPr>
          <p:cNvSpPr txBox="1"/>
          <p:nvPr/>
        </p:nvSpPr>
        <p:spPr>
          <a:xfrm>
            <a:off x="10951645" y="7035499"/>
            <a:ext cx="2208038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16 CONTRATOS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3972E64-7FBE-7F6F-3AAF-A7E4B37AE5E8}"/>
              </a:ext>
            </a:extLst>
          </p:cNvPr>
          <p:cNvSpPr txBox="1"/>
          <p:nvPr/>
        </p:nvSpPr>
        <p:spPr>
          <a:xfrm>
            <a:off x="13991381" y="6805611"/>
            <a:ext cx="2470678" cy="1193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</a:t>
            </a:r>
            <a:r>
              <a:rPr lang="pt-BR" b="1" dirty="0">
                <a:solidFill>
                  <a:schemeClr val="bg1"/>
                </a:solidFill>
                <a:latin typeface="Gotham"/>
                <a:sym typeface="Gotham"/>
              </a:rPr>
              <a:t>CONTRATADO:</a:t>
            </a:r>
          </a:p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R$ 64.624.417,07</a:t>
            </a:r>
            <a:b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</a:br>
            <a:endParaRPr lang="en-US" sz="1800" b="1" dirty="0">
              <a:solidFill>
                <a:schemeClr val="bg1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B7EFD3E-CC09-E102-CF58-D4066C1FE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69"/>
          <a:stretch>
            <a:fillRect/>
          </a:stretch>
        </p:blipFill>
        <p:spPr>
          <a:xfrm>
            <a:off x="-3714410" y="-1008"/>
            <a:ext cx="8951608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B7D3-4C64-9D41-40F3-7B741F11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643E479-B076-6060-9854-29432DA64205}"/>
              </a:ext>
            </a:extLst>
          </p:cNvPr>
          <p:cNvSpPr txBox="1"/>
          <p:nvPr/>
        </p:nvSpPr>
        <p:spPr>
          <a:xfrm>
            <a:off x="2688415" y="2868142"/>
            <a:ext cx="8003890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Execução de serviços para implantação de duas intersecções na GO–534 no município de Planaltina de Goiás.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300 m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R$ 2.312.885,59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 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79,4%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44817A4-C6DA-C4E6-8828-CCED72B8C747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190265E-B2A1-6726-6C59-EEBDFFD0756E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CE6E7C98-29B8-1F25-0A00-B1BCC451395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0DDC51B-C6A6-A01A-2215-041B0821609A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27/2024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4EB9725F-2B0E-3135-55DC-43BE0F71B95E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16E1FC6-83EB-2771-F4D5-74C6902B1687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E5311F5-023F-0320-E581-54C138C100E5}"/>
              </a:ext>
            </a:extLst>
          </p:cNvPr>
          <p:cNvSpPr txBox="1"/>
          <p:nvPr/>
        </p:nvSpPr>
        <p:spPr>
          <a:xfrm>
            <a:off x="3235079" y="275171"/>
            <a:ext cx="9147425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ANDAMENTO– IMPLANTAÇÃO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660C9BAA-F975-2152-7D09-2A341D5C9E5D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58B88323-19AC-F83D-EDAE-B141B10B7FF8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AD97DF6E-0877-81FF-D0DE-7482D57BA8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2" r="17442"/>
          <a:stretch/>
        </p:blipFill>
        <p:spPr>
          <a:xfrm>
            <a:off x="13029655" y="1243507"/>
            <a:ext cx="3136777" cy="361287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6C6406F-B560-CEE3-65B3-9667E4410F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0" r="17180"/>
          <a:stretch/>
        </p:blipFill>
        <p:spPr>
          <a:xfrm>
            <a:off x="12934096" y="5036149"/>
            <a:ext cx="3232336" cy="36932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D89FE7A-E872-A3AE-2DD4-253405FB1E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0198D4A-B57D-B912-3E1D-5CABED84E47E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D951E77-5FA3-6376-ECAB-B2DBB172AC11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5E8A9FE-1BD2-D132-6281-169C4950005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59693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59AD-08A8-DC7E-4DD7-114A1E88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F90BA7A3-F3D1-E24F-CBFE-32FE82E8185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506F25B-B6A8-F33A-4BD4-36BFCF569BA1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20BE5A14-9DA6-43A7-C15B-0562715F3C2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6CCBE0F-4C6C-9C5E-0DC8-89175D62F963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Arial" panose="020B0604020202020204" pitchFamily="34" charset="0"/>
                <a:sym typeface="Gotham Bold"/>
              </a:rPr>
              <a:t>CONTRATO 125/2025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8F0A9C15-5323-F668-14A8-BCB626867856}"/>
              </a:ext>
            </a:extLst>
          </p:cNvPr>
          <p:cNvSpPr txBox="1"/>
          <p:nvPr/>
        </p:nvSpPr>
        <p:spPr>
          <a:xfrm>
            <a:off x="2688409" y="2900238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de engenharia especializada para execução de obra de implantação de pista de caminhada (Via dos Romeiros) na GO-334 no município de Nova América.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1,66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R$ 1.872.108,99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12,9%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DB1E8F-CA3D-B655-25BD-8D208AAAB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001" y="474273"/>
            <a:ext cx="3758727" cy="43588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975A93A-1C9B-4ABD-1DB3-DC2DEAD6D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001" y="4994224"/>
            <a:ext cx="3758728" cy="410586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E914404-6512-4A8F-EDCA-3B5A447111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4D582FFD-872A-7BEA-573C-B0790A1C5B7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91D34EB-9034-3364-C41F-B8964AC8786E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07AEF7C-FB00-9C9E-343B-523C312CC11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19731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066C7-744D-4C94-4CB3-5EFE9A97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F74DFD1F-E7D6-D4DC-F265-2A24F5C9CF07}"/>
              </a:ext>
            </a:extLst>
          </p:cNvPr>
          <p:cNvSpPr txBox="1"/>
          <p:nvPr/>
        </p:nvSpPr>
        <p:spPr>
          <a:xfrm>
            <a:off x="2688415" y="2868142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  <a:sym typeface="Gotham"/>
              </a:rPr>
              <a:t>Implantação de bueiro metálico e melhoria funcional em trecho não pavimentado da rodovia GO-020, no município de Campo Alegre de Goiás.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1,10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R$ 5.735.414,17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46,6%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778357C-26CF-51A3-C67C-D88B847881A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3F417112-7A2B-D036-3215-E54F8FB1C08A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B6784DA6-4758-5F21-9905-B9656FEC3F5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DEE26F3-CFE4-7377-888F-E122091AC2B5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Arial" panose="020B0604020202020204" pitchFamily="34" charset="0"/>
                <a:sym typeface="Gotham Bold"/>
              </a:rPr>
              <a:t>CONTRATO 166/2025 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B06A735-1783-9B4B-91A8-F72AFF13A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096" y="1037799"/>
            <a:ext cx="3640390" cy="40227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764263CD-28D9-89C2-598A-4612A303E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097" y="5129551"/>
            <a:ext cx="3640390" cy="38512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52DA301-C411-DB12-2299-F2A30EB608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B345144C-BCD9-B277-0D58-61FEE9746C1B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E52F3E5-1EB3-3001-5671-17A5E9FF1653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0785C60-D75D-8612-819E-FE141F2BA4A6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68547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54878-C2FC-CB32-D231-C255136C1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FCE80DA7-7CF4-AEB7-92D2-E0BE795C1EC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E2AE7787-C553-30FE-7D87-9735C2952E18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2039AAF3-F788-EE44-898B-8B769AD1BE7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9F409BC-1DF5-0D7F-B59B-29B4174AC468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21/2026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4288A316-0E6E-CD15-9D04-10CA844C8C8E}"/>
              </a:ext>
            </a:extLst>
          </p:cNvPr>
          <p:cNvSpPr txBox="1"/>
          <p:nvPr/>
        </p:nvSpPr>
        <p:spPr>
          <a:xfrm>
            <a:off x="2688409" y="2900238"/>
            <a:ext cx="8003890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Execução de serviços de recuperação de áreas degradadas, afetadas por processos erosivos resultantes do lançamento de águas pluviais do centro de convenções de Anápolis em curso d'água natural, localizado à jusante da rodovia BR-060, no perímetro urbano do município de Anápolis–GO.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380 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R$ 2.846.833,59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2,7%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9555FB6-63D1-356A-49F6-6A96B8E4F8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00274AB-3C15-FEE1-B90D-7D7D832C5744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F59CA0-57DE-AD40-2145-1BC96A1CEE4D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00CB0FB-248A-4B04-EE26-57F095E48D10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8810BE7-C52A-7D17-9462-73788F63E8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4" r="16064"/>
          <a:stretch/>
        </p:blipFill>
        <p:spPr>
          <a:xfrm>
            <a:off x="12934096" y="1037799"/>
            <a:ext cx="3640390" cy="40227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47DF11A9-E466-4391-4BA0-634E20414B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4" r="14554"/>
          <a:stretch/>
        </p:blipFill>
        <p:spPr>
          <a:xfrm>
            <a:off x="12934097" y="5129551"/>
            <a:ext cx="3640390" cy="38512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35512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152AE-6186-4621-4EF8-4360E689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F265A85D-273B-5083-37DC-79662000CCD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CCFDFDED-F7C3-1C77-99B4-2EE302481C01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DD3A602-E410-5532-9855-EAC70A9F311F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F45565E-916C-BAE3-B132-1A463342E0EC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121/2026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F73F801E-75EA-523C-7368-F899C0FFE3E6}"/>
              </a:ext>
            </a:extLst>
          </p:cNvPr>
          <p:cNvSpPr txBox="1"/>
          <p:nvPr/>
        </p:nvSpPr>
        <p:spPr>
          <a:xfrm>
            <a:off x="2688409" y="2900238"/>
            <a:ext cx="8003890" cy="3686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para implantação do encabeçamento da ponte sobre o rio Crixás Mirim e de novo eixo viário, com alinhamento horizontal, destinado à interligação das vias existentes à referida ponte, localizada no município de Nova Crixás.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 </a:t>
            </a:r>
            <a:r>
              <a:rPr lang="pt-BR" dirty="0">
                <a:latin typeface="Gotham" panose="020B0604020202020204"/>
              </a:rPr>
              <a:t>1,3 km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9.210.922,18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ESTÁGIO ATUAL 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0%</a:t>
            </a:r>
            <a:endParaRPr lang="pt-BR" dirty="0"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81E8C1-D414-3620-0574-2478AF0E8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C25C55E7-ABE3-A1EB-33B5-B7F9368B6999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733EB37-515D-F937-1BDE-CD730CDF6400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494E82-2922-66E8-F78C-3E94B6BC44D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EEDEB5-3CDD-8A75-5DF5-A5349BA6B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4" r="16064"/>
          <a:stretch/>
        </p:blipFill>
        <p:spPr>
          <a:xfrm>
            <a:off x="12934096" y="1037799"/>
            <a:ext cx="3640390" cy="40227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84E005-1BD4-552D-0614-55FBD737EC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4" r="14554"/>
          <a:stretch/>
        </p:blipFill>
        <p:spPr>
          <a:xfrm>
            <a:off x="12934097" y="5129551"/>
            <a:ext cx="3640390" cy="38512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390956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A58F8-369E-03AE-3B4F-B51CEC63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20C711B-FFD0-5682-3D9A-A58CF12ADEED}"/>
              </a:ext>
            </a:extLst>
          </p:cNvPr>
          <p:cNvSpPr txBox="1"/>
          <p:nvPr/>
        </p:nvSpPr>
        <p:spPr>
          <a:xfrm>
            <a:off x="2688415" y="2868142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cs typeface="Arial" panose="020B0604020202020204" pitchFamily="34" charset="0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Execução de serviços de melhoramento dos estacionamentos internos e externos e acessos ao autódromo internacional Ayrton Senna.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EXTENSÃO: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 54.832,00m²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R$ 5.561.254,85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Paralisado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93,3%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75B77D4C-F0B5-35B4-0DFB-B7B1C35438B0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4525BCF-8B93-B573-B490-A36751430A68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80F11DF-2639-870C-81D7-FE8E4E87EC28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89168C0-3371-6757-1439-EDF532C48273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Arial" panose="020B0604020202020204" pitchFamily="34" charset="0"/>
                <a:sym typeface="Gotham Bold"/>
              </a:rPr>
              <a:t>CONTRATO 03/2026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6C5297E1-2144-982F-C62C-1F57AC0F7CBC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DF33E664-A196-73E3-CDD0-8A9BA3CF42F5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67FAAFBD-5208-6917-1136-BE04A095731E}"/>
              </a:ext>
            </a:extLst>
          </p:cNvPr>
          <p:cNvSpPr txBox="1"/>
          <p:nvPr/>
        </p:nvSpPr>
        <p:spPr>
          <a:xfrm>
            <a:off x="3235079" y="275171"/>
            <a:ext cx="9147425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PARALISADOS – IMPLANTAÇÃO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16181735-D586-E57A-73D7-A5D565AA4B7B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46B2C43-EBC0-30F6-6AAF-B65F83005F7C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E355EC47-D671-B996-5BFE-F2BD6A9BA5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5" r="13915"/>
          <a:stretch/>
        </p:blipFill>
        <p:spPr>
          <a:xfrm>
            <a:off x="12934096" y="1015038"/>
            <a:ext cx="3555584" cy="36949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91771E3-8734-B1EA-07FA-C10ED24828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0" r="17800"/>
          <a:stretch/>
        </p:blipFill>
        <p:spPr>
          <a:xfrm>
            <a:off x="12934096" y="4665628"/>
            <a:ext cx="3555584" cy="41407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C8A37A7A-62F9-A2FE-316F-DFA77F3F32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A4AFDD77-8DD4-0BF3-A485-B2DA640D6774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0FCE19F-AD6D-4F8A-09D0-60116AC6B165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83548D4-9E94-29FD-9155-C008713AC1B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67429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07E6F-4086-9BA8-0CED-AA6A2F7E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4A05196-6D95-FED2-5F25-5E80D0B0F477}"/>
              </a:ext>
            </a:extLst>
          </p:cNvPr>
          <p:cNvSpPr txBox="1"/>
          <p:nvPr/>
        </p:nvSpPr>
        <p:spPr>
          <a:xfrm>
            <a:off x="2688415" y="2868142"/>
            <a:ext cx="8003890" cy="3404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Execução de implementação da ciclovia pavimentada ligando Nova Veneza e a Industria Super Frango - margem da GO-222 - saída para Nerópolis – GO.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4.163,13 m²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R$ 325.916,06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: Concluído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67932F4-4C74-A49F-0152-7AF4CDFF6B2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FFD7505-8AEE-95A7-B599-0CB506919E0F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12DF59D-F889-776A-51F4-0CD486821B60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B1D4F19-C9C8-B72E-C50A-678EA9F0742E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73/2023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64E4C4CB-E00E-71FA-3C93-75811B0E9951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8E62C0B0-C4A3-A452-9E03-5A1C15F876ED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C77E26EA-E58F-FC9E-3656-B7A2CDE7306A}"/>
              </a:ext>
            </a:extLst>
          </p:cNvPr>
          <p:cNvSpPr txBox="1"/>
          <p:nvPr/>
        </p:nvSpPr>
        <p:spPr>
          <a:xfrm>
            <a:off x="3235079" y="275171"/>
            <a:ext cx="9147425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IMPLANTAÇÃO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AFD19CEF-B506-AF8B-32F3-C12493342E3A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5D2007A-6EB7-83DE-CA6C-47D5AD2EA2BE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85649451-C52D-AA13-28E8-8896B74E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4" y="1231102"/>
            <a:ext cx="4045037" cy="373432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5BDA10B-9B15-3C3C-DEA5-8117E0914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4" y="5208636"/>
            <a:ext cx="4045037" cy="3734321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5BAC2995-E778-9C32-9191-48FB41FFF7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9B90E7AD-3013-B134-AEEB-52E1546CDDFC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88E72B5-4329-995D-6FCA-E12AEBC97F05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1CE38AC-23DE-B589-89E6-B4A43B41474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73557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14AE-78C8-6EB1-266A-EA863E29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EA6EF482-FB51-D2E5-D237-EE978E39B366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9FE0B419-E336-571D-7D3F-1862727F9EBE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DDD5F07-83BE-E226-0CB5-B06A7D92686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8F5221A-EEEA-8866-C3CF-AB5EEC1E448F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Arial" panose="020B0604020202020204" pitchFamily="34" charset="0"/>
                <a:sym typeface="Gotham Bold"/>
              </a:rPr>
              <a:t>CONTRATO 85/2023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2BDBB675-E876-E21C-8549-60DD7CF2FF0C}"/>
              </a:ext>
            </a:extLst>
          </p:cNvPr>
          <p:cNvSpPr txBox="1"/>
          <p:nvPr/>
        </p:nvSpPr>
        <p:spPr>
          <a:xfrm>
            <a:off x="2688409" y="2900238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obras de pavimentação da avenida de acesso à Policlínica na cidade de Quirinópolis, proveniente da celebração do Convênio 17 firmado entre esta Agência e o município de Quirinópolis.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15.071,80 m²</a:t>
            </a:r>
            <a:endParaRPr lang="pt-BR" dirty="0">
              <a:solidFill>
                <a:srgbClr val="FF0000"/>
              </a:solidFill>
              <a:latin typeface="Gotham"/>
              <a:ea typeface="Gotham"/>
              <a:cs typeface="Arial" panose="020B0604020202020204" pitchFamily="34" charset="0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R$ </a:t>
            </a:r>
            <a:r>
              <a:rPr lang="pt-BR" dirty="0">
                <a:latin typeface="Gotham"/>
                <a:ea typeface="Gotham"/>
                <a:cs typeface="Arial" panose="020B0604020202020204" pitchFamily="34" charset="0"/>
                <a:sym typeface="Gotham"/>
              </a:rPr>
              <a:t>2.259.844,00	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Concluído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89A67D-F842-DBD0-1A80-EC5F10CE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4167" y="5105255"/>
            <a:ext cx="3564807" cy="39948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32DACFC-73A6-BC32-766A-67003DD75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425" y="534596"/>
            <a:ext cx="3447549" cy="4388126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4E6A0CB-DBAE-D696-7F43-014FFB816B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A116258-8F04-3E32-4ECB-F4F62AC2CC90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1E7FC2E-7D5F-07D7-DF0A-0944376B4550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6DF1D47-6687-3258-A0C9-BEC5AD73A149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24774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C519-9837-1DCC-7847-EB2DB907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0548618B-4BD1-65F3-CC63-6FDA074F445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8388382D-DF93-6C33-0028-8FAD34FE5CC9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FE2EE30-1964-B6F6-C031-4AFF05AC4747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116537D-23AA-3100-DD94-7CC06C389064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04/2024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39573DCA-A18E-2420-98D3-0135CAADBBF2}"/>
              </a:ext>
            </a:extLst>
          </p:cNvPr>
          <p:cNvSpPr txBox="1"/>
          <p:nvPr/>
        </p:nvSpPr>
        <p:spPr>
          <a:xfrm>
            <a:off x="2688409" y="2900238"/>
            <a:ext cx="8003890" cy="2460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das obras de construção do trevo de acesso GO-070: Itapirapuã/ Matrinchã.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 </a:t>
            </a:r>
            <a:r>
              <a:rPr lang="pt-BR" dirty="0">
                <a:latin typeface="Gotham" panose="020B0604020202020204"/>
              </a:rPr>
              <a:t>2.576,53 m²</a:t>
            </a:r>
            <a:endParaRPr lang="pt-BR" b="1" dirty="0">
              <a:solidFill>
                <a:srgbClr val="3C3C3C"/>
              </a:solidFill>
              <a:latin typeface="Gotham" panose="020B0604020202020204"/>
              <a:sym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R$ 1.281.656,08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: Concluído </a:t>
            </a:r>
          </a:p>
          <a:p>
            <a:pPr>
              <a:lnSpc>
                <a:spcPct val="15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7E318D4-0561-23C9-69AF-73E68BE85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001" y="711342"/>
            <a:ext cx="3966680" cy="379024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22E8B7-C8A6-C17B-F7E5-7FAD10B11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001" y="4899651"/>
            <a:ext cx="3966680" cy="420044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1134A16-7CEA-2A39-C556-C52B65BE98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2D604C94-296B-73D3-58DF-779777E40C7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ED1D6F9-0FA2-70B1-27A5-EFA9DB679442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72CF8F3-2946-6852-90E5-7DBC75184A9C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175076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A72A-E536-B930-518E-6AFC226AB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0644C36C-90D2-DD52-23C3-66B548C36D28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A9096DF-430F-856D-84E3-1A2FA0B827BD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56AD29EA-218F-8639-CCF6-89BF82990D0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21BFD6C-9B03-E825-8E0F-3B45DBD39743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08/2024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4126660C-DE2C-79F4-2834-A11E8A9C8828}"/>
              </a:ext>
            </a:extLst>
          </p:cNvPr>
          <p:cNvSpPr txBox="1"/>
          <p:nvPr/>
        </p:nvSpPr>
        <p:spPr>
          <a:xfrm>
            <a:off x="2688409" y="2900238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das obras de recuperação dos pavimentos dos estacionamentos dos batalhões do Corpo de Bombeiros da Região de Goiânia, abrangendo os seguintes locais: 2º Batalhão, 8º Batalhão, BSE, CAT, CEMAN, COA, CAEBM e Comando-Geral.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26.215,12 m²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R$ 2.314.343,47	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CAB3075-1182-6505-5B5C-BAF425DAF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563" y="1045914"/>
            <a:ext cx="3319284" cy="36443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37686BC-D08D-0D18-C40E-6569BE3C3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563" y="4851400"/>
            <a:ext cx="3319284" cy="41203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7ACDF75-03CB-343C-4D51-4AE0EEA322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ADB4B4C-1C18-99BD-2110-BBCC65BBC87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163B18C-6234-E8C0-606B-8696A45C6E8A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49B1261-BB04-D7B8-22F2-3C1425087AC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21813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C819-45ED-4A63-0E28-0F03F933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FC0C021C-ED28-3928-2A14-AC4C1B3599A1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432DE6AD-A7B6-AAB8-EA21-65C036F0F42C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5C434E6-A58D-DBE0-80CA-322A5A0912BC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A7B502D-1EE5-C63F-8AA4-BF132AFD0BBC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15/2024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2C31F975-7964-A75A-A42B-CDF9863D6159}"/>
              </a:ext>
            </a:extLst>
          </p:cNvPr>
          <p:cNvSpPr txBox="1"/>
          <p:nvPr/>
        </p:nvSpPr>
        <p:spPr>
          <a:xfrm>
            <a:off x="2688409" y="2900238"/>
            <a:ext cx="8003890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Execução das obras do estacionamento da nova sede da SEDUC, no antigo edifício do Instituto de Educação de Goiás – IEG.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4.053,02 m²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R$ 3.656.630,44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 Concluído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E568B9-AD91-8D8A-40D3-79609C78A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2176" y="1240840"/>
            <a:ext cx="3281634" cy="354493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A75EA40-1C35-8A74-1B21-02FD808A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6351" y="5079592"/>
            <a:ext cx="3197459" cy="397630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B86C965-AAD2-190A-C9EA-523FF99BD5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0DEA376-9796-F9E3-B9BB-9AB34E9AC31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FA0682D-447E-BF0D-2B1F-232A2133E568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96C5ED4-69A7-9F7C-F7ED-8986A9FF7F20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4066996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7250-C6E0-DF22-23CC-3F92B231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608CC70B-011B-C554-9773-B97DBAA6C83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D85DBFD3-C2BD-A172-BAC3-DB0EFA3550FE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12BC37C7-06F1-91C8-B332-DC2BE3480D8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2157656-D19A-2748-24C2-26AE58177C6B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23/2024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2EF51999-5EBE-DDAF-3154-92A470D3067E}"/>
              </a:ext>
            </a:extLst>
          </p:cNvPr>
          <p:cNvSpPr txBox="1"/>
          <p:nvPr/>
        </p:nvSpPr>
        <p:spPr>
          <a:xfrm>
            <a:off x="2688409" y="2900238"/>
            <a:ext cx="8003890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Construção de acesso localizado no perímetro urbano município de </a:t>
            </a:r>
            <a:r>
              <a:rPr lang="pt-BR" dirty="0" err="1">
                <a:latin typeface="Gotham" panose="020B0604020202020204"/>
              </a:rPr>
              <a:t>Itauçu</a:t>
            </a:r>
            <a:r>
              <a:rPr lang="pt-BR" dirty="0">
                <a:latin typeface="Gotham" panose="020B0604020202020204"/>
              </a:rPr>
              <a:t> - GO: 070.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0,42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R$ 1.382.300,80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 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0396ADD-0091-4B72-B8FC-EEA41C003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1" r="19311"/>
          <a:stretch/>
        </p:blipFill>
        <p:spPr>
          <a:xfrm>
            <a:off x="12824607" y="399519"/>
            <a:ext cx="3564807" cy="399483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490AA56-D062-D9F9-1AC0-F6582BDD6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91" r="21991"/>
          <a:stretch/>
        </p:blipFill>
        <p:spPr>
          <a:xfrm>
            <a:off x="12789691" y="4996509"/>
            <a:ext cx="3564807" cy="399483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72FCD6C-ED46-0D4C-BCFF-7340C5C275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83222317-677A-459E-7D4D-19EBFDE0879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0B789DA-30E7-3D57-1A74-C057E519818C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8770D37-24C4-17EC-3372-F77701F91B09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711688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EB377-034D-67AF-A158-EF2316A7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4DD13BD6-76EC-7F13-0580-DD2DD2C0A2D1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FDFBCBC8-D133-773B-4505-45952DEF9EC0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BE65A204-914F-54BD-6113-643ECA18A8D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EEBE28F-0063-F49D-6F1C-79B1B862200B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25/2024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6A9A7CE0-86D5-6883-E4B0-AF2E3BBD4740}"/>
              </a:ext>
            </a:extLst>
          </p:cNvPr>
          <p:cNvSpPr txBox="1"/>
          <p:nvPr/>
        </p:nvSpPr>
        <p:spPr>
          <a:xfrm>
            <a:off x="2688409" y="2900238"/>
            <a:ext cx="8003890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Implantação do trevo de acesso/rotatória GO–010/330 – Leopoldo de Bulhões, e implantação de trevo de acesso e reabilitação da av. Antônio José </a:t>
            </a:r>
            <a:r>
              <a:rPr lang="pt-BR" dirty="0" err="1">
                <a:solidFill>
                  <a:srgbClr val="3C3C3C"/>
                </a:solidFill>
                <a:latin typeface="Gotham"/>
                <a:sym typeface="Gotham"/>
              </a:rPr>
              <a:t>Guinan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, GO–330 – Vianópolis.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ÁREA PAV. FLEXÍVEL: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20.516,31 m² - Leopoldo Bulhões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32.966,15 m² - Vianópolis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R$ 14.085.704,57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4203637-BDF4-20C5-C3EF-9C20255789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1" r="15641"/>
          <a:stretch/>
        </p:blipFill>
        <p:spPr>
          <a:xfrm>
            <a:off x="12733166" y="806051"/>
            <a:ext cx="3564807" cy="389074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84A0FBF-6628-7DD3-902C-D8D8C4804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7" r="18027"/>
          <a:stretch/>
        </p:blipFill>
        <p:spPr>
          <a:xfrm>
            <a:off x="12733165" y="4956410"/>
            <a:ext cx="3564807" cy="418103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6F24B0B-0FA9-89BA-32A1-59F824C5FF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B9C484BD-EED9-302B-2EE8-0052A4BBA974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F9042A-4777-9173-8928-DD20A83DE8CC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37047F3-D5E4-ABE7-12C3-12DD2238D07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303345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BE21-1E37-9476-1DB4-00D6EC1C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9BD80DC4-CFF7-2561-1DA1-2D314EE0A227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C5C820EC-C312-C1E6-48A3-084419470435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81AC6C9-0AFF-2197-F79E-B9FA3C3E4BD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89AEA57-69F3-C0D8-597C-9126A698A5FB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33/2024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7879D012-16F7-2772-82CE-BAA1DA2CA435}"/>
              </a:ext>
            </a:extLst>
          </p:cNvPr>
          <p:cNvSpPr txBox="1"/>
          <p:nvPr/>
        </p:nvSpPr>
        <p:spPr>
          <a:xfrm>
            <a:off x="2688409" y="2900238"/>
            <a:ext cx="8003890" cy="2988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Execução dos serviços de recuperação de erosão na rodovia GO-425, trecho: entrada GO-010 (Luziânia)/fim: entrada da GO-520.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 Pontual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R$ 6.041.496,53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: Concluído </a:t>
            </a:r>
          </a:p>
          <a:p>
            <a:pPr>
              <a:lnSpc>
                <a:spcPct val="20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F70D493-11D3-8600-F95D-C35F4B8F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646" y="704090"/>
            <a:ext cx="3477585" cy="378712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417CA1-561D-D008-E8A6-DD11A8989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3646" y="4774164"/>
            <a:ext cx="3477585" cy="3907735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A039FE4-0F24-A5C3-0CF0-4E822E4041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6B2B32E4-DCCE-D896-CD8C-35CEDC4BD37E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2DEA57-A955-E1A2-06E2-CE99BB1F5F90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A18A48E-DB5E-DC0A-37AF-47163354F38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628416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540A-06EF-1873-E7AB-24AF3FD2D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5CAD6B7C-FE42-C181-9100-63F3CBC01448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F01CD48-CDDC-9469-AEE9-3B8956FE8CDD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88C4E07-9519-2767-FECA-055583C45C45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9DC2070-E7F5-94FF-E289-6F2C2B1DD32D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118/2024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C4886D2E-5F50-60F5-3E9D-8FA15779DB64}"/>
              </a:ext>
            </a:extLst>
          </p:cNvPr>
          <p:cNvSpPr txBox="1"/>
          <p:nvPr/>
        </p:nvSpPr>
        <p:spPr>
          <a:xfrm>
            <a:off x="2688409" y="2900238"/>
            <a:ext cx="8003890" cy="2988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Prestação dos serviços de manutenção e adequação do estacionamento temporário para atender o evento Natal do Bem, a ser realizado no Centro Cultural Oscar Niemeyer.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EXTENSÃO: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 150.822,00 m²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R$ 1.891.533,61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: Concluído </a:t>
            </a:r>
          </a:p>
          <a:p>
            <a:pPr>
              <a:lnSpc>
                <a:spcPct val="200000"/>
              </a:lnSpc>
            </a:pPr>
            <a:endParaRPr lang="pt-BR" sz="1950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73B30C0-653A-5724-426D-52A1C202D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8426" y="752857"/>
            <a:ext cx="4068418" cy="3866902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0E8D2C5-ECC8-E709-E611-F71E66C69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3924" y="4881308"/>
            <a:ext cx="3909940" cy="416467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5C624FD-120A-57F4-FC8C-9DE5D115D8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0BFE751-879C-955E-7DD4-0900E4575AB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44817BE-641A-AA48-2694-4DEEB5BEAA87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1F55FBD-4B30-3D2E-5B81-42B96EF228B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076027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4115-9EAF-2090-B271-0ECA88AE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1C681CDE-42DC-6DEA-56E5-EF15FAF95D6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6333E03-D26B-8865-E96E-1C889F4326D0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3C12A683-6BE9-9F6E-0F7F-AA70CCD01786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C694018-4638-9B17-2DB9-E60C3BCA4025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Arial" panose="020B0604020202020204" pitchFamily="34" charset="0"/>
                <a:sym typeface="Gotham Bold"/>
              </a:rPr>
              <a:t>CONTRATO 141/2025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F6E0A67B-A9B8-1440-258A-4D8045B1140A}"/>
              </a:ext>
            </a:extLst>
          </p:cNvPr>
          <p:cNvSpPr txBox="1"/>
          <p:nvPr/>
        </p:nvSpPr>
        <p:spPr>
          <a:xfrm>
            <a:off x="2688409" y="2900238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Melhoria e ampliação dos estacionamentos para atender o evento Natal do Bem a ser realizado no Centro Cultural Oscar Niemeyer, em 2025.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9 estacionamentos. Aproximadamente 12.000 vagas.</a:t>
            </a:r>
            <a:r>
              <a:rPr lang="pt-BR" dirty="0"/>
              <a:t>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151.000 m²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cs typeface="Arial" panose="020B0604020202020204" pitchFamily="34" charset="0"/>
              </a:rPr>
              <a:t>R$ 3.845.572,14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Arial" panose="020B0604020202020204" pitchFamily="34" charset="0"/>
                <a:sym typeface="Gotham"/>
              </a:rPr>
              <a:t>Concluído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4539343-6FEB-E7A7-D2E7-BF58B625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9523" y="366785"/>
            <a:ext cx="3758728" cy="410586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3A9CDD6-0BDF-57F7-0013-076B00EDB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523" y="4730728"/>
            <a:ext cx="3825572" cy="436936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F141F45-0A2B-3AE3-5204-086D1DC2E3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3632A848-782B-F857-5A89-87C5690FFAA5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66376A-6563-A16E-AB49-10F38C4FF67C}"/>
              </a:ext>
            </a:extLst>
          </p:cNvPr>
          <p:cNvSpPr txBox="1"/>
          <p:nvPr/>
        </p:nvSpPr>
        <p:spPr>
          <a:xfrm>
            <a:off x="-189350" y="8141378"/>
            <a:ext cx="239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IMPLANTAÇÃO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867299D-A1C3-E559-CC28-371A3DD7C8A0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4267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Props1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22787</TotalTime>
  <Words>896</Words>
  <Application>Microsoft Office PowerPoint</Application>
  <PresentationFormat>Personalizar</PresentationFormat>
  <Paragraphs>152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Gotham Light</vt:lpstr>
      <vt:lpstr>Calibri</vt:lpstr>
      <vt:lpstr>Arial</vt:lpstr>
      <vt:lpstr>Gotham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Rodolfo Parussoli</cp:lastModifiedBy>
  <cp:revision>72</cp:revision>
  <dcterms:created xsi:type="dcterms:W3CDTF">2006-08-16T00:00:00Z</dcterms:created>
  <dcterms:modified xsi:type="dcterms:W3CDTF">2026-08-07T13:43:49Z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