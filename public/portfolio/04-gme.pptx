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comments/modernComment_171_52C4F016.xml" ContentType="application/vnd.ms-powerpoint.comments+xml"/>
  <Override PartName="/ppt/comments/modernComment_27C_8F80A8AD.xml" ContentType="application/vnd.ms-powerpoint.comments+xml"/>
  <Override PartName="/ppt/comments/modernComment_27D_6A753585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7"/>
  </p:notesMasterIdLst>
  <p:sldIdLst>
    <p:sldId id="369" r:id="rId5"/>
    <p:sldId id="635" r:id="rId6"/>
    <p:sldId id="502" r:id="rId7"/>
    <p:sldId id="503" r:id="rId8"/>
    <p:sldId id="504" r:id="rId9"/>
    <p:sldId id="505" r:id="rId10"/>
    <p:sldId id="506" r:id="rId11"/>
    <p:sldId id="619" r:id="rId12"/>
    <p:sldId id="620" r:id="rId13"/>
    <p:sldId id="633" r:id="rId14"/>
    <p:sldId id="636" r:id="rId15"/>
    <p:sldId id="637" r:id="rId16"/>
  </p:sldIdLst>
  <p:sldSz cx="18288000" cy="10287000"/>
  <p:notesSz cx="6858000" cy="9144000"/>
  <p:embeddedFontLst>
    <p:embeddedFont>
      <p:font typeface="Gotham" panose="020B0604020202020204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BC6EF66-34DA-78DB-57DB-17AF9972CEA8}" name="Rodolfo Parussoli" initials="RP" userId="S::rodolfo.parussoli@fornecedores.goias.gov.br::c7faa30e-8fea-4bad-a83c-cea8df40b9d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ick Esteves" initials="" lastIdx="4" clrIdx="0">
    <p:extLst>
      <p:ext uri="{19B8F6BF-5375-455C-9EA6-DF929625EA0E}">
        <p15:presenceInfo xmlns:p15="http://schemas.microsoft.com/office/powerpoint/2012/main" userId="S::erick.esteves@gestaodma.com.br::553c7fd5-ff97-48fc-a7e2-fca936a1ced7" providerId="AD"/>
      </p:ext>
    </p:extLst>
  </p:cmAuthor>
  <p:cmAuthor id="2" name="Carlos Eduardo da Silva Duarte" initials="CE" lastIdx="2" clrIdx="1">
    <p:extLst>
      <p:ext uri="{19B8F6BF-5375-455C-9EA6-DF929625EA0E}">
        <p15:presenceInfo xmlns:p15="http://schemas.microsoft.com/office/powerpoint/2012/main" userId="S::carlos.sduarte@fornecedores.goias.gov.br::5f8f9a9f-adf7-4680-a019-47e3a6423b3a" providerId="AD"/>
      </p:ext>
    </p:extLst>
  </p:cmAuthor>
  <p:cmAuthor id="3" name="Ana Luísa Neves" initials="AN" lastIdx="1" clrIdx="2">
    <p:extLst>
      <p:ext uri="{19B8F6BF-5375-455C-9EA6-DF929625EA0E}">
        <p15:presenceInfo xmlns:p15="http://schemas.microsoft.com/office/powerpoint/2012/main" userId="S::ana.nabreu_outlook.com#ext#@consorciogerenciadordma.onmicrosoft.com::4de49deb-56eb-4b2c-8912-3efcae8a50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9E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894914-4302-78EA-CF4C-DDECD0707C95}" v="90" dt="2026-07-13T17:45:03.635"/>
    <p1510:client id="{256A3951-6DC7-F064-8824-529D91D000FA}" v="472" dt="2026-07-13T12:48:38.735"/>
    <p1510:client id="{7B828168-E8EE-E33C-44CF-88AB666AF78B}" v="2" dt="2026-07-13T13:12:37.8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51" autoAdjust="0"/>
    <p:restoredTop sz="94660"/>
  </p:normalViewPr>
  <p:slideViewPr>
    <p:cSldViewPr snapToGrid="0">
      <p:cViewPr varScale="1">
        <p:scale>
          <a:sx n="63" d="100"/>
          <a:sy n="63" d="100"/>
        </p:scale>
        <p:origin x="132" y="5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microsoft.com/office/2015/10/relationships/revisionInfo" Target="revisionInfo.xml"/><Relationship Id="rId29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olfo Parussoli" userId="S::rodolfo.parussoli@fornecedores.goias.gov.br::c7faa30e-8fea-4bad-a83c-cea8df40b9da" providerId="AD" clId="Web-{7B828168-E8EE-E33C-44CF-88AB666AF78B}"/>
    <pc:docChg chg="modSld">
      <pc:chgData name="Rodolfo Parussoli" userId="S::rodolfo.parussoli@fornecedores.goias.gov.br::c7faa30e-8fea-4bad-a83c-cea8df40b9da" providerId="AD" clId="Web-{7B828168-E8EE-E33C-44CF-88AB666AF78B}" dt="2026-07-13T13:12:37.897" v="1"/>
      <pc:docMkLst>
        <pc:docMk/>
      </pc:docMkLst>
      <pc:sldChg chg="mod modShow">
        <pc:chgData name="Rodolfo Parussoli" userId="S::rodolfo.parussoli@fornecedores.goias.gov.br::c7faa30e-8fea-4bad-a83c-cea8df40b9da" providerId="AD" clId="Web-{7B828168-E8EE-E33C-44CF-88AB666AF78B}" dt="2026-07-13T13:12:35.897" v="0"/>
        <pc:sldMkLst>
          <pc:docMk/>
          <pc:sldMk cId="2407573677" sldId="636"/>
        </pc:sldMkLst>
      </pc:sldChg>
      <pc:sldChg chg="mod modShow">
        <pc:chgData name="Rodolfo Parussoli" userId="S::rodolfo.parussoli@fornecedores.goias.gov.br::c7faa30e-8fea-4bad-a83c-cea8df40b9da" providerId="AD" clId="Web-{7B828168-E8EE-E33C-44CF-88AB666AF78B}" dt="2026-07-13T13:12:37.897" v="1"/>
        <pc:sldMkLst>
          <pc:docMk/>
          <pc:sldMk cId="1786066309" sldId="637"/>
        </pc:sldMkLst>
      </pc:sldChg>
    </pc:docChg>
  </pc:docChgLst>
  <pc:docChgLst>
    <pc:chgData name="Rodolfo Parussoli" userId="S::rodolfo.parussoli@fornecedores.goias.gov.br::c7faa30e-8fea-4bad-a83c-cea8df40b9da" providerId="AD" clId="Web-{256A3951-6DC7-F064-8824-529D91D000FA}"/>
    <pc:docChg chg="mod addSld modSld">
      <pc:chgData name="Rodolfo Parussoli" userId="S::rodolfo.parussoli@fornecedores.goias.gov.br::c7faa30e-8fea-4bad-a83c-cea8df40b9da" providerId="AD" clId="Web-{256A3951-6DC7-F064-8824-529D91D000FA}" dt="2026-07-13T12:45:24.493" v="255" actId="14100"/>
      <pc:docMkLst>
        <pc:docMk/>
      </pc:docMkLst>
      <pc:sldChg chg="modSp">
        <pc:chgData name="Rodolfo Parussoli" userId="S::rodolfo.parussoli@fornecedores.goias.gov.br::c7faa30e-8fea-4bad-a83c-cea8df40b9da" providerId="AD" clId="Web-{256A3951-6DC7-F064-8824-529D91D000FA}" dt="2026-07-13T12:40:33.245" v="207" actId="20577"/>
        <pc:sldMkLst>
          <pc:docMk/>
          <pc:sldMk cId="1388638230" sldId="369"/>
        </pc:sldMkLst>
        <pc:spChg chg="mod">
          <ac:chgData name="Rodolfo Parussoli" userId="S::rodolfo.parussoli@fornecedores.goias.gov.br::c7faa30e-8fea-4bad-a83c-cea8df40b9da" providerId="AD" clId="Web-{256A3951-6DC7-F064-8824-529D91D000FA}" dt="2026-07-13T12:35:30.044" v="121" actId="20577"/>
          <ac:spMkLst>
            <pc:docMk/>
            <pc:sldMk cId="1388638230" sldId="369"/>
            <ac:spMk id="18" creationId="{72F2C660-4B5F-510D-0A33-DDB98D8BA3A0}"/>
          </ac:spMkLst>
        </pc:spChg>
        <pc:spChg chg="mod">
          <ac:chgData name="Rodolfo Parussoli" userId="S::rodolfo.parussoli@fornecedores.goias.gov.br::c7faa30e-8fea-4bad-a83c-cea8df40b9da" providerId="AD" clId="Web-{256A3951-6DC7-F064-8824-529D91D000FA}" dt="2026-07-13T12:40:33.245" v="207" actId="20577"/>
          <ac:spMkLst>
            <pc:docMk/>
            <pc:sldMk cId="1388638230" sldId="369"/>
            <ac:spMk id="22" creationId="{1B817231-0428-7F4B-1BE6-0F1F993C76C3}"/>
          </ac:spMkLst>
        </pc:spChg>
        <pc:spChg chg="mod">
          <ac:chgData name="Rodolfo Parussoli" userId="S::rodolfo.parussoli@fornecedores.goias.gov.br::c7faa30e-8fea-4bad-a83c-cea8df40b9da" providerId="AD" clId="Web-{256A3951-6DC7-F064-8824-529D91D000FA}" dt="2026-07-13T12:37:49.769" v="153" actId="20577"/>
          <ac:spMkLst>
            <pc:docMk/>
            <pc:sldMk cId="1388638230" sldId="369"/>
            <ac:spMk id="26" creationId="{F8D3EAF4-722C-A203-64AC-4EC2A10F5067}"/>
          </ac:spMkLst>
        </pc:spChg>
      </pc:sldChg>
      <pc:sldChg chg="modSp">
        <pc:chgData name="Rodolfo Parussoli" userId="S::rodolfo.parussoli@fornecedores.goias.gov.br::c7faa30e-8fea-4bad-a83c-cea8df40b9da" providerId="AD" clId="Web-{256A3951-6DC7-F064-8824-529D91D000FA}" dt="2026-07-13T12:19:57.753" v="5" actId="20577"/>
        <pc:sldMkLst>
          <pc:docMk/>
          <pc:sldMk cId="446538649" sldId="502"/>
        </pc:sldMkLst>
        <pc:spChg chg="mod">
          <ac:chgData name="Rodolfo Parussoli" userId="S::rodolfo.parussoli@fornecedores.goias.gov.br::c7faa30e-8fea-4bad-a83c-cea8df40b9da" providerId="AD" clId="Web-{256A3951-6DC7-F064-8824-529D91D000FA}" dt="2026-07-13T12:19:57.753" v="5" actId="20577"/>
          <ac:spMkLst>
            <pc:docMk/>
            <pc:sldMk cId="446538649" sldId="502"/>
            <ac:spMk id="5" creationId="{05EF3D27-DA69-AFB9-CF7D-E56CACA043C2}"/>
          </ac:spMkLst>
        </pc:spChg>
      </pc:sldChg>
      <pc:sldChg chg="modSp">
        <pc:chgData name="Rodolfo Parussoli" userId="S::rodolfo.parussoli@fornecedores.goias.gov.br::c7faa30e-8fea-4bad-a83c-cea8df40b9da" providerId="AD" clId="Web-{256A3951-6DC7-F064-8824-529D91D000FA}" dt="2026-07-13T12:20:49.193" v="9" actId="20577"/>
        <pc:sldMkLst>
          <pc:docMk/>
          <pc:sldMk cId="4052450269" sldId="503"/>
        </pc:sldMkLst>
        <pc:spChg chg="mod">
          <ac:chgData name="Rodolfo Parussoli" userId="S::rodolfo.parussoli@fornecedores.goias.gov.br::c7faa30e-8fea-4bad-a83c-cea8df40b9da" providerId="AD" clId="Web-{256A3951-6DC7-F064-8824-529D91D000FA}" dt="2026-07-13T12:20:49.193" v="9" actId="20577"/>
          <ac:spMkLst>
            <pc:docMk/>
            <pc:sldMk cId="4052450269" sldId="503"/>
            <ac:spMk id="5" creationId="{A4F26BD9-2523-E8A1-9421-6125A0E307B3}"/>
          </ac:spMkLst>
        </pc:spChg>
      </pc:sldChg>
      <pc:sldChg chg="modSp">
        <pc:chgData name="Rodolfo Parussoli" userId="S::rodolfo.parussoli@fornecedores.goias.gov.br::c7faa30e-8fea-4bad-a83c-cea8df40b9da" providerId="AD" clId="Web-{256A3951-6DC7-F064-8824-529D91D000FA}" dt="2026-07-13T12:44:49.194" v="236" actId="14100"/>
        <pc:sldMkLst>
          <pc:docMk/>
          <pc:sldMk cId="3571585454" sldId="504"/>
        </pc:sldMkLst>
        <pc:spChg chg="mod">
          <ac:chgData name="Rodolfo Parussoli" userId="S::rodolfo.parussoli@fornecedores.goias.gov.br::c7faa30e-8fea-4bad-a83c-cea8df40b9da" providerId="AD" clId="Web-{256A3951-6DC7-F064-8824-529D91D000FA}" dt="2026-07-13T12:27:22.537" v="50" actId="20577"/>
          <ac:spMkLst>
            <pc:docMk/>
            <pc:sldMk cId="3571585454" sldId="504"/>
            <ac:spMk id="5" creationId="{52ED3171-103B-BDBE-5147-A815D9B135D3}"/>
          </ac:spMkLst>
        </pc:spChg>
        <pc:spChg chg="mod">
          <ac:chgData name="Rodolfo Parussoli" userId="S::rodolfo.parussoli@fornecedores.goias.gov.br::c7faa30e-8fea-4bad-a83c-cea8df40b9da" providerId="AD" clId="Web-{256A3951-6DC7-F064-8824-529D91D000FA}" dt="2026-07-13T12:44:49.194" v="236" actId="14100"/>
          <ac:spMkLst>
            <pc:docMk/>
            <pc:sldMk cId="3571585454" sldId="504"/>
            <ac:spMk id="20" creationId="{8864965B-15C2-A21A-2DD3-FCED0D1FA01A}"/>
          </ac:spMkLst>
        </pc:spChg>
      </pc:sldChg>
      <pc:sldChg chg="modSp">
        <pc:chgData name="Rodolfo Parussoli" userId="S::rodolfo.parussoli@fornecedores.goias.gov.br::c7faa30e-8fea-4bad-a83c-cea8df40b9da" providerId="AD" clId="Web-{256A3951-6DC7-F064-8824-529D91D000FA}" dt="2026-07-13T12:44:55.429" v="239" actId="14100"/>
        <pc:sldMkLst>
          <pc:docMk/>
          <pc:sldMk cId="4277457679" sldId="505"/>
        </pc:sldMkLst>
        <pc:spChg chg="mod">
          <ac:chgData name="Rodolfo Parussoli" userId="S::rodolfo.parussoli@fornecedores.goias.gov.br::c7faa30e-8fea-4bad-a83c-cea8df40b9da" providerId="AD" clId="Web-{256A3951-6DC7-F064-8824-529D91D000FA}" dt="2026-07-13T12:22:27.385" v="26" actId="20577"/>
          <ac:spMkLst>
            <pc:docMk/>
            <pc:sldMk cId="4277457679" sldId="505"/>
            <ac:spMk id="5" creationId="{6ED5D4AA-B83D-77DC-CDBF-0CFF4210D4A8}"/>
          </ac:spMkLst>
        </pc:spChg>
        <pc:spChg chg="mod">
          <ac:chgData name="Rodolfo Parussoli" userId="S::rodolfo.parussoli@fornecedores.goias.gov.br::c7faa30e-8fea-4bad-a83c-cea8df40b9da" providerId="AD" clId="Web-{256A3951-6DC7-F064-8824-529D91D000FA}" dt="2026-07-13T12:44:55.429" v="239" actId="14100"/>
          <ac:spMkLst>
            <pc:docMk/>
            <pc:sldMk cId="4277457679" sldId="505"/>
            <ac:spMk id="20" creationId="{9DDEC4AC-BF0D-8FA5-99F6-EF1147CEDA4A}"/>
          </ac:spMkLst>
        </pc:spChg>
      </pc:sldChg>
      <pc:sldChg chg="modSp">
        <pc:chgData name="Rodolfo Parussoli" userId="S::rodolfo.parussoli@fornecedores.goias.gov.br::c7faa30e-8fea-4bad-a83c-cea8df40b9da" providerId="AD" clId="Web-{256A3951-6DC7-F064-8824-529D91D000FA}" dt="2026-07-13T12:44:59.351" v="242" actId="14100"/>
        <pc:sldMkLst>
          <pc:docMk/>
          <pc:sldMk cId="2558445442" sldId="506"/>
        </pc:sldMkLst>
        <pc:spChg chg="mod">
          <ac:chgData name="Rodolfo Parussoli" userId="S::rodolfo.parussoli@fornecedores.goias.gov.br::c7faa30e-8fea-4bad-a83c-cea8df40b9da" providerId="AD" clId="Web-{256A3951-6DC7-F064-8824-529D91D000FA}" dt="2026-07-13T12:23:03.090" v="27" actId="20577"/>
          <ac:spMkLst>
            <pc:docMk/>
            <pc:sldMk cId="2558445442" sldId="506"/>
            <ac:spMk id="5" creationId="{38404E82-95BE-C9DF-193B-07CAE9B0E0B4}"/>
          </ac:spMkLst>
        </pc:spChg>
        <pc:spChg chg="mod">
          <ac:chgData name="Rodolfo Parussoli" userId="S::rodolfo.parussoli@fornecedores.goias.gov.br::c7faa30e-8fea-4bad-a83c-cea8df40b9da" providerId="AD" clId="Web-{256A3951-6DC7-F064-8824-529D91D000FA}" dt="2026-07-13T12:44:59.351" v="242" actId="14100"/>
          <ac:spMkLst>
            <pc:docMk/>
            <pc:sldMk cId="2558445442" sldId="506"/>
            <ac:spMk id="20" creationId="{7CA3EE05-717D-1022-29C0-CB161E132B0C}"/>
          </ac:spMkLst>
        </pc:spChg>
      </pc:sldChg>
      <pc:sldChg chg="modSp">
        <pc:chgData name="Rodolfo Parussoli" userId="S::rodolfo.parussoli@fornecedores.goias.gov.br::c7faa30e-8fea-4bad-a83c-cea8df40b9da" providerId="AD" clId="Web-{256A3951-6DC7-F064-8824-529D91D000FA}" dt="2026-07-13T12:45:07.085" v="245" actId="14100"/>
        <pc:sldMkLst>
          <pc:docMk/>
          <pc:sldMk cId="659680470" sldId="619"/>
        </pc:sldMkLst>
        <pc:spChg chg="mod">
          <ac:chgData name="Rodolfo Parussoli" userId="S::rodolfo.parussoli@fornecedores.goias.gov.br::c7faa30e-8fea-4bad-a83c-cea8df40b9da" providerId="AD" clId="Web-{256A3951-6DC7-F064-8824-529D91D000FA}" dt="2026-07-13T12:45:07.085" v="245" actId="14100"/>
          <ac:spMkLst>
            <pc:docMk/>
            <pc:sldMk cId="659680470" sldId="619"/>
            <ac:spMk id="20" creationId="{B8BDE270-2DCE-9BD8-1D8D-9ADB90500AF6}"/>
          </ac:spMkLst>
        </pc:spChg>
      </pc:sldChg>
      <pc:sldChg chg="modSp">
        <pc:chgData name="Rodolfo Parussoli" userId="S::rodolfo.parussoli@fornecedores.goias.gov.br::c7faa30e-8fea-4bad-a83c-cea8df40b9da" providerId="AD" clId="Web-{256A3951-6DC7-F064-8824-529D91D000FA}" dt="2026-07-13T12:45:12.088" v="248" actId="14100"/>
        <pc:sldMkLst>
          <pc:docMk/>
          <pc:sldMk cId="2476694091" sldId="620"/>
        </pc:sldMkLst>
        <pc:spChg chg="mod">
          <ac:chgData name="Rodolfo Parussoli" userId="S::rodolfo.parussoli@fornecedores.goias.gov.br::c7faa30e-8fea-4bad-a83c-cea8df40b9da" providerId="AD" clId="Web-{256A3951-6DC7-F064-8824-529D91D000FA}" dt="2026-07-13T12:24:38.219" v="28" actId="20577"/>
          <ac:spMkLst>
            <pc:docMk/>
            <pc:sldMk cId="2476694091" sldId="620"/>
            <ac:spMk id="5" creationId="{3BA63E54-E7C7-038A-303B-337F985833CE}"/>
          </ac:spMkLst>
        </pc:spChg>
        <pc:spChg chg="mod">
          <ac:chgData name="Rodolfo Parussoli" userId="S::rodolfo.parussoli@fornecedores.goias.gov.br::c7faa30e-8fea-4bad-a83c-cea8df40b9da" providerId="AD" clId="Web-{256A3951-6DC7-F064-8824-529D91D000FA}" dt="2026-07-13T12:45:12.088" v="248" actId="14100"/>
          <ac:spMkLst>
            <pc:docMk/>
            <pc:sldMk cId="2476694091" sldId="620"/>
            <ac:spMk id="20" creationId="{C4693C00-C119-125A-CD3E-AE509A311C1A}"/>
          </ac:spMkLst>
        </pc:spChg>
      </pc:sldChg>
      <pc:sldChg chg="modSp">
        <pc:chgData name="Rodolfo Parussoli" userId="S::rodolfo.parussoli@fornecedores.goias.gov.br::c7faa30e-8fea-4bad-a83c-cea8df40b9da" providerId="AD" clId="Web-{256A3951-6DC7-F064-8824-529D91D000FA}" dt="2026-07-13T12:45:16.508" v="251" actId="14100"/>
        <pc:sldMkLst>
          <pc:docMk/>
          <pc:sldMk cId="3470670343" sldId="633"/>
        </pc:sldMkLst>
        <pc:spChg chg="mod">
          <ac:chgData name="Rodolfo Parussoli" userId="S::rodolfo.parussoli@fornecedores.goias.gov.br::c7faa30e-8fea-4bad-a83c-cea8df40b9da" providerId="AD" clId="Web-{256A3951-6DC7-F064-8824-529D91D000FA}" dt="2026-07-13T12:27:30.350" v="52" actId="20577"/>
          <ac:spMkLst>
            <pc:docMk/>
            <pc:sldMk cId="3470670343" sldId="633"/>
            <ac:spMk id="5" creationId="{E666B579-6DDB-809A-35C4-68A0CD66BD51}"/>
          </ac:spMkLst>
        </pc:spChg>
        <pc:spChg chg="mod">
          <ac:chgData name="Rodolfo Parussoli" userId="S::rodolfo.parussoli@fornecedores.goias.gov.br::c7faa30e-8fea-4bad-a83c-cea8df40b9da" providerId="AD" clId="Web-{256A3951-6DC7-F064-8824-529D91D000FA}" dt="2026-07-13T12:45:16.508" v="251" actId="14100"/>
          <ac:spMkLst>
            <pc:docMk/>
            <pc:sldMk cId="3470670343" sldId="633"/>
            <ac:spMk id="20" creationId="{66E8C5C4-91E0-5B87-6EC1-ADF22D9BA527}"/>
          </ac:spMkLst>
        </pc:spChg>
      </pc:sldChg>
      <pc:sldChg chg="modSp">
        <pc:chgData name="Rodolfo Parussoli" userId="S::rodolfo.parussoli@fornecedores.goias.gov.br::c7faa30e-8fea-4bad-a83c-cea8df40b9da" providerId="AD" clId="Web-{256A3951-6DC7-F064-8824-529D91D000FA}" dt="2026-07-13T12:19:05.501" v="2" actId="20577"/>
        <pc:sldMkLst>
          <pc:docMk/>
          <pc:sldMk cId="2925013211" sldId="635"/>
        </pc:sldMkLst>
        <pc:spChg chg="mod">
          <ac:chgData name="Rodolfo Parussoli" userId="S::rodolfo.parussoli@fornecedores.goias.gov.br::c7faa30e-8fea-4bad-a83c-cea8df40b9da" providerId="AD" clId="Web-{256A3951-6DC7-F064-8824-529D91D000FA}" dt="2026-07-13T12:19:05.501" v="2" actId="20577"/>
          <ac:spMkLst>
            <pc:docMk/>
            <pc:sldMk cId="2925013211" sldId="635"/>
            <ac:spMk id="5" creationId="{EE4635B5-B6C1-45B7-55DE-07C1FB8A696B}"/>
          </ac:spMkLst>
        </pc:spChg>
      </pc:sldChg>
      <pc:sldChg chg="modSp add mod replId modShow">
        <pc:chgData name="Rodolfo Parussoli" userId="S::rodolfo.parussoli@fornecedores.goias.gov.br::c7faa30e-8fea-4bad-a83c-cea8df40b9da" providerId="AD" clId="Web-{256A3951-6DC7-F064-8824-529D91D000FA}" dt="2026-07-13T12:45:24.493" v="255" actId="14100"/>
        <pc:sldMkLst>
          <pc:docMk/>
          <pc:sldMk cId="2407573677" sldId="636"/>
        </pc:sldMkLst>
        <pc:spChg chg="mod">
          <ac:chgData name="Rodolfo Parussoli" userId="S::rodolfo.parussoli@fornecedores.goias.gov.br::c7faa30e-8fea-4bad-a83c-cea8df40b9da" providerId="AD" clId="Web-{256A3951-6DC7-F064-8824-529D91D000FA}" dt="2026-07-13T12:30:22.187" v="68" actId="20577"/>
          <ac:spMkLst>
            <pc:docMk/>
            <pc:sldMk cId="2407573677" sldId="636"/>
            <ac:spMk id="5" creationId="{95528560-82B7-5406-CC6D-14B123F8A7BD}"/>
          </ac:spMkLst>
        </pc:spChg>
        <pc:spChg chg="mod">
          <ac:chgData name="Rodolfo Parussoli" userId="S::rodolfo.parussoli@fornecedores.goias.gov.br::c7faa30e-8fea-4bad-a83c-cea8df40b9da" providerId="AD" clId="Web-{256A3951-6DC7-F064-8824-529D91D000FA}" dt="2026-07-13T12:45:24.493" v="255" actId="14100"/>
          <ac:spMkLst>
            <pc:docMk/>
            <pc:sldMk cId="2407573677" sldId="636"/>
            <ac:spMk id="20" creationId="{390E1D33-A246-D2F2-5E29-7E00AD0790DD}"/>
          </ac:spMkLst>
        </pc:spChg>
      </pc:sldChg>
      <pc:sldChg chg="modSp add mod replId modShow">
        <pc:chgData name="Rodolfo Parussoli" userId="S::rodolfo.parussoli@fornecedores.goias.gov.br::c7faa30e-8fea-4bad-a83c-cea8df40b9da" providerId="AD" clId="Web-{256A3951-6DC7-F064-8824-529D91D000FA}" dt="2026-07-13T12:43:35.894" v="214"/>
        <pc:sldMkLst>
          <pc:docMk/>
          <pc:sldMk cId="1786066309" sldId="637"/>
        </pc:sldMkLst>
        <pc:spChg chg="mod">
          <ac:chgData name="Rodolfo Parussoli" userId="S::rodolfo.parussoli@fornecedores.goias.gov.br::c7faa30e-8fea-4bad-a83c-cea8df40b9da" providerId="AD" clId="Web-{256A3951-6DC7-F064-8824-529D91D000FA}" dt="2026-07-13T12:33:39.789" v="96" actId="20577"/>
          <ac:spMkLst>
            <pc:docMk/>
            <pc:sldMk cId="1786066309" sldId="637"/>
            <ac:spMk id="5" creationId="{31E3E8A4-F084-D3EE-FDA3-1B7A19CCD220}"/>
          </ac:spMkLst>
        </pc:spChg>
        <pc:spChg chg="mod">
          <ac:chgData name="Rodolfo Parussoli" userId="S::rodolfo.parussoli@fornecedores.goias.gov.br::c7faa30e-8fea-4bad-a83c-cea8df40b9da" providerId="AD" clId="Web-{256A3951-6DC7-F064-8824-529D91D000FA}" dt="2026-07-13T12:43:35.894" v="214"/>
          <ac:spMkLst>
            <pc:docMk/>
            <pc:sldMk cId="1786066309" sldId="637"/>
            <ac:spMk id="20" creationId="{4202A825-C2C4-54ED-E236-B656374D2650}"/>
          </ac:spMkLst>
        </pc:spChg>
      </pc:sldChg>
    </pc:docChg>
  </pc:docChgLst>
  <pc:docChgLst>
    <pc:chgData name="Rodolfo Parussoli" userId="S::rodolfo.parussoli@fornecedores.goias.gov.br::c7faa30e-8fea-4bad-a83c-cea8df40b9da" providerId="AD" clId="Web-{21894914-4302-78EA-CF4C-DDECD0707C95}"/>
    <pc:docChg chg="modSld">
      <pc:chgData name="Rodolfo Parussoli" userId="S::rodolfo.parussoli@fornecedores.goias.gov.br::c7faa30e-8fea-4bad-a83c-cea8df40b9da" providerId="AD" clId="Web-{21894914-4302-78EA-CF4C-DDECD0707C95}" dt="2026-07-13T17:45:03.478" v="40" actId="20577"/>
      <pc:docMkLst>
        <pc:docMk/>
      </pc:docMkLst>
      <pc:sldChg chg="modSp">
        <pc:chgData name="Rodolfo Parussoli" userId="S::rodolfo.parussoli@fornecedores.goias.gov.br::c7faa30e-8fea-4bad-a83c-cea8df40b9da" providerId="AD" clId="Web-{21894914-4302-78EA-CF4C-DDECD0707C95}" dt="2026-07-13T17:43:37.488" v="20" actId="20577"/>
        <pc:sldMkLst>
          <pc:docMk/>
          <pc:sldMk cId="1388638230" sldId="369"/>
        </pc:sldMkLst>
        <pc:spChg chg="mod">
          <ac:chgData name="Rodolfo Parussoli" userId="S::rodolfo.parussoli@fornecedores.goias.gov.br::c7faa30e-8fea-4bad-a83c-cea8df40b9da" providerId="AD" clId="Web-{21894914-4302-78EA-CF4C-DDECD0707C95}" dt="2026-07-13T17:43:13.080" v="0" actId="20577"/>
          <ac:spMkLst>
            <pc:docMk/>
            <pc:sldMk cId="1388638230" sldId="369"/>
            <ac:spMk id="18" creationId="{72F2C660-4B5F-510D-0A33-DDB98D8BA3A0}"/>
          </ac:spMkLst>
        </pc:spChg>
        <pc:spChg chg="mod">
          <ac:chgData name="Rodolfo Parussoli" userId="S::rodolfo.parussoli@fornecedores.goias.gov.br::c7faa30e-8fea-4bad-a83c-cea8df40b9da" providerId="AD" clId="Web-{21894914-4302-78EA-CF4C-DDECD0707C95}" dt="2026-07-13T17:43:37.488" v="20" actId="20577"/>
          <ac:spMkLst>
            <pc:docMk/>
            <pc:sldMk cId="1388638230" sldId="369"/>
            <ac:spMk id="22" creationId="{1B817231-0428-7F4B-1BE6-0F1F993C76C3}"/>
          </ac:spMkLst>
        </pc:spChg>
      </pc:sldChg>
      <pc:sldChg chg="modSp">
        <pc:chgData name="Rodolfo Parussoli" userId="S::rodolfo.parussoli@fornecedores.goias.gov.br::c7faa30e-8fea-4bad-a83c-cea8df40b9da" providerId="AD" clId="Web-{21894914-4302-78EA-CF4C-DDECD0707C95}" dt="2026-07-13T17:43:48.958" v="22" actId="20577"/>
        <pc:sldMkLst>
          <pc:docMk/>
          <pc:sldMk cId="446538649" sldId="502"/>
        </pc:sldMkLst>
        <pc:spChg chg="mod">
          <ac:chgData name="Rodolfo Parussoli" userId="S::rodolfo.parussoli@fornecedores.goias.gov.br::c7faa30e-8fea-4bad-a83c-cea8df40b9da" providerId="AD" clId="Web-{21894914-4302-78EA-CF4C-DDECD0707C95}" dt="2026-07-13T17:43:48.958" v="22" actId="20577"/>
          <ac:spMkLst>
            <pc:docMk/>
            <pc:sldMk cId="446538649" sldId="502"/>
            <ac:spMk id="5" creationId="{05EF3D27-DA69-AFB9-CF7D-E56CACA043C2}"/>
          </ac:spMkLst>
        </pc:spChg>
      </pc:sldChg>
      <pc:sldChg chg="modSp">
        <pc:chgData name="Rodolfo Parussoli" userId="S::rodolfo.parussoli@fornecedores.goias.gov.br::c7faa30e-8fea-4bad-a83c-cea8df40b9da" providerId="AD" clId="Web-{21894914-4302-78EA-CF4C-DDECD0707C95}" dt="2026-07-13T17:43:54.536" v="23" actId="20577"/>
        <pc:sldMkLst>
          <pc:docMk/>
          <pc:sldMk cId="4052450269" sldId="503"/>
        </pc:sldMkLst>
        <pc:spChg chg="mod">
          <ac:chgData name="Rodolfo Parussoli" userId="S::rodolfo.parussoli@fornecedores.goias.gov.br::c7faa30e-8fea-4bad-a83c-cea8df40b9da" providerId="AD" clId="Web-{21894914-4302-78EA-CF4C-DDECD0707C95}" dt="2026-07-13T17:43:54.536" v="23" actId="20577"/>
          <ac:spMkLst>
            <pc:docMk/>
            <pc:sldMk cId="4052450269" sldId="503"/>
            <ac:spMk id="5" creationId="{A4F26BD9-2523-E8A1-9421-6125A0E307B3}"/>
          </ac:spMkLst>
        </pc:spChg>
      </pc:sldChg>
      <pc:sldChg chg="modSp">
        <pc:chgData name="Rodolfo Parussoli" userId="S::rodolfo.parussoli@fornecedores.goias.gov.br::c7faa30e-8fea-4bad-a83c-cea8df40b9da" providerId="AD" clId="Web-{21894914-4302-78EA-CF4C-DDECD0707C95}" dt="2026-07-13T17:44:01.802" v="25" actId="20577"/>
        <pc:sldMkLst>
          <pc:docMk/>
          <pc:sldMk cId="3571585454" sldId="504"/>
        </pc:sldMkLst>
        <pc:spChg chg="mod">
          <ac:chgData name="Rodolfo Parussoli" userId="S::rodolfo.parussoli@fornecedores.goias.gov.br::c7faa30e-8fea-4bad-a83c-cea8df40b9da" providerId="AD" clId="Web-{21894914-4302-78EA-CF4C-DDECD0707C95}" dt="2026-07-13T17:44:01.802" v="25" actId="20577"/>
          <ac:spMkLst>
            <pc:docMk/>
            <pc:sldMk cId="3571585454" sldId="504"/>
            <ac:spMk id="5" creationId="{52ED3171-103B-BDBE-5147-A815D9B135D3}"/>
          </ac:spMkLst>
        </pc:spChg>
      </pc:sldChg>
      <pc:sldChg chg="modSp">
        <pc:chgData name="Rodolfo Parussoli" userId="S::rodolfo.parussoli@fornecedores.goias.gov.br::c7faa30e-8fea-4bad-a83c-cea8df40b9da" providerId="AD" clId="Web-{21894914-4302-78EA-CF4C-DDECD0707C95}" dt="2026-07-13T17:44:11.897" v="27" actId="20577"/>
        <pc:sldMkLst>
          <pc:docMk/>
          <pc:sldMk cId="4277457679" sldId="505"/>
        </pc:sldMkLst>
        <pc:spChg chg="mod">
          <ac:chgData name="Rodolfo Parussoli" userId="S::rodolfo.parussoli@fornecedores.goias.gov.br::c7faa30e-8fea-4bad-a83c-cea8df40b9da" providerId="AD" clId="Web-{21894914-4302-78EA-CF4C-DDECD0707C95}" dt="2026-07-13T17:44:11.897" v="27" actId="20577"/>
          <ac:spMkLst>
            <pc:docMk/>
            <pc:sldMk cId="4277457679" sldId="505"/>
            <ac:spMk id="5" creationId="{6ED5D4AA-B83D-77DC-CDBF-0CFF4210D4A8}"/>
          </ac:spMkLst>
        </pc:spChg>
      </pc:sldChg>
      <pc:sldChg chg="modSp">
        <pc:chgData name="Rodolfo Parussoli" userId="S::rodolfo.parussoli@fornecedores.goias.gov.br::c7faa30e-8fea-4bad-a83c-cea8df40b9da" providerId="AD" clId="Web-{21894914-4302-78EA-CF4C-DDECD0707C95}" dt="2026-07-13T17:44:21.882" v="28" actId="20577"/>
        <pc:sldMkLst>
          <pc:docMk/>
          <pc:sldMk cId="2558445442" sldId="506"/>
        </pc:sldMkLst>
        <pc:spChg chg="mod">
          <ac:chgData name="Rodolfo Parussoli" userId="S::rodolfo.parussoli@fornecedores.goias.gov.br::c7faa30e-8fea-4bad-a83c-cea8df40b9da" providerId="AD" clId="Web-{21894914-4302-78EA-CF4C-DDECD0707C95}" dt="2026-07-13T17:44:21.882" v="28" actId="20577"/>
          <ac:spMkLst>
            <pc:docMk/>
            <pc:sldMk cId="2558445442" sldId="506"/>
            <ac:spMk id="5" creationId="{38404E82-95BE-C9DF-193B-07CAE9B0E0B4}"/>
          </ac:spMkLst>
        </pc:spChg>
      </pc:sldChg>
      <pc:sldChg chg="modSp">
        <pc:chgData name="Rodolfo Parussoli" userId="S::rodolfo.parussoli@fornecedores.goias.gov.br::c7faa30e-8fea-4bad-a83c-cea8df40b9da" providerId="AD" clId="Web-{21894914-4302-78EA-CF4C-DDECD0707C95}" dt="2026-07-13T17:44:30.117" v="30" actId="20577"/>
        <pc:sldMkLst>
          <pc:docMk/>
          <pc:sldMk cId="659680470" sldId="619"/>
        </pc:sldMkLst>
        <pc:spChg chg="mod">
          <ac:chgData name="Rodolfo Parussoli" userId="S::rodolfo.parussoli@fornecedores.goias.gov.br::c7faa30e-8fea-4bad-a83c-cea8df40b9da" providerId="AD" clId="Web-{21894914-4302-78EA-CF4C-DDECD0707C95}" dt="2026-07-13T17:44:30.117" v="30" actId="20577"/>
          <ac:spMkLst>
            <pc:docMk/>
            <pc:sldMk cId="659680470" sldId="619"/>
            <ac:spMk id="5" creationId="{D9790F2A-D5F7-256D-A0CB-CE79DDEACAE6}"/>
          </ac:spMkLst>
        </pc:spChg>
      </pc:sldChg>
      <pc:sldChg chg="modSp">
        <pc:chgData name="Rodolfo Parussoli" userId="S::rodolfo.parussoli@fornecedores.goias.gov.br::c7faa30e-8fea-4bad-a83c-cea8df40b9da" providerId="AD" clId="Web-{21894914-4302-78EA-CF4C-DDECD0707C95}" dt="2026-07-13T17:44:35.133" v="31" actId="20577"/>
        <pc:sldMkLst>
          <pc:docMk/>
          <pc:sldMk cId="2476694091" sldId="620"/>
        </pc:sldMkLst>
        <pc:spChg chg="mod">
          <ac:chgData name="Rodolfo Parussoli" userId="S::rodolfo.parussoli@fornecedores.goias.gov.br::c7faa30e-8fea-4bad-a83c-cea8df40b9da" providerId="AD" clId="Web-{21894914-4302-78EA-CF4C-DDECD0707C95}" dt="2026-07-13T17:44:35.133" v="31" actId="20577"/>
          <ac:spMkLst>
            <pc:docMk/>
            <pc:sldMk cId="2476694091" sldId="620"/>
            <ac:spMk id="5" creationId="{3BA63E54-E7C7-038A-303B-337F985833CE}"/>
          </ac:spMkLst>
        </pc:spChg>
      </pc:sldChg>
      <pc:sldChg chg="modSp">
        <pc:chgData name="Rodolfo Parussoli" userId="S::rodolfo.parussoli@fornecedores.goias.gov.br::c7faa30e-8fea-4bad-a83c-cea8df40b9da" providerId="AD" clId="Web-{21894914-4302-78EA-CF4C-DDECD0707C95}" dt="2026-07-13T17:44:37.961" v="32" actId="20577"/>
        <pc:sldMkLst>
          <pc:docMk/>
          <pc:sldMk cId="3470670343" sldId="633"/>
        </pc:sldMkLst>
        <pc:spChg chg="mod">
          <ac:chgData name="Rodolfo Parussoli" userId="S::rodolfo.parussoli@fornecedores.goias.gov.br::c7faa30e-8fea-4bad-a83c-cea8df40b9da" providerId="AD" clId="Web-{21894914-4302-78EA-CF4C-DDECD0707C95}" dt="2026-07-13T17:44:37.961" v="32" actId="20577"/>
          <ac:spMkLst>
            <pc:docMk/>
            <pc:sldMk cId="3470670343" sldId="633"/>
            <ac:spMk id="5" creationId="{E666B579-6DDB-809A-35C4-68A0CD66BD51}"/>
          </ac:spMkLst>
        </pc:spChg>
      </pc:sldChg>
      <pc:sldChg chg="modSp">
        <pc:chgData name="Rodolfo Parussoli" userId="S::rodolfo.parussoli@fornecedores.goias.gov.br::c7faa30e-8fea-4bad-a83c-cea8df40b9da" providerId="AD" clId="Web-{21894914-4302-78EA-CF4C-DDECD0707C95}" dt="2026-07-13T17:43:45.379" v="21" actId="20577"/>
        <pc:sldMkLst>
          <pc:docMk/>
          <pc:sldMk cId="2925013211" sldId="635"/>
        </pc:sldMkLst>
        <pc:spChg chg="mod">
          <ac:chgData name="Rodolfo Parussoli" userId="S::rodolfo.parussoli@fornecedores.goias.gov.br::c7faa30e-8fea-4bad-a83c-cea8df40b9da" providerId="AD" clId="Web-{21894914-4302-78EA-CF4C-DDECD0707C95}" dt="2026-07-13T17:43:45.379" v="21" actId="20577"/>
          <ac:spMkLst>
            <pc:docMk/>
            <pc:sldMk cId="2925013211" sldId="635"/>
            <ac:spMk id="5" creationId="{EE4635B5-B6C1-45B7-55DE-07C1FB8A696B}"/>
          </ac:spMkLst>
        </pc:spChg>
      </pc:sldChg>
      <pc:sldChg chg="modSp">
        <pc:chgData name="Rodolfo Parussoli" userId="S::rodolfo.parussoli@fornecedores.goias.gov.br::c7faa30e-8fea-4bad-a83c-cea8df40b9da" providerId="AD" clId="Web-{21894914-4302-78EA-CF4C-DDECD0707C95}" dt="2026-07-13T17:45:03.478" v="40" actId="20577"/>
        <pc:sldMkLst>
          <pc:docMk/>
          <pc:sldMk cId="2407573677" sldId="636"/>
        </pc:sldMkLst>
        <pc:spChg chg="mod">
          <ac:chgData name="Rodolfo Parussoli" userId="S::rodolfo.parussoli@fornecedores.goias.gov.br::c7faa30e-8fea-4bad-a83c-cea8df40b9da" providerId="AD" clId="Web-{21894914-4302-78EA-CF4C-DDECD0707C95}" dt="2026-07-13T17:44:45.368" v="33" actId="20577"/>
          <ac:spMkLst>
            <pc:docMk/>
            <pc:sldMk cId="2407573677" sldId="636"/>
            <ac:spMk id="5" creationId="{95528560-82B7-5406-CC6D-14B123F8A7BD}"/>
          </ac:spMkLst>
        </pc:spChg>
        <pc:spChg chg="mod">
          <ac:chgData name="Rodolfo Parussoli" userId="S::rodolfo.parussoli@fornecedores.goias.gov.br::c7faa30e-8fea-4bad-a83c-cea8df40b9da" providerId="AD" clId="Web-{21894914-4302-78EA-CF4C-DDECD0707C95}" dt="2026-07-13T17:45:03.478" v="40" actId="20577"/>
          <ac:spMkLst>
            <pc:docMk/>
            <pc:sldMk cId="2407573677" sldId="636"/>
            <ac:spMk id="20" creationId="{390E1D33-A246-D2F2-5E29-7E00AD0790DD}"/>
          </ac:spMkLst>
        </pc:spChg>
      </pc:sldChg>
      <pc:sldChg chg="modSp">
        <pc:chgData name="Rodolfo Parussoli" userId="S::rodolfo.parussoli@fornecedores.goias.gov.br::c7faa30e-8fea-4bad-a83c-cea8df40b9da" providerId="AD" clId="Web-{21894914-4302-78EA-CF4C-DDECD0707C95}" dt="2026-07-13T17:45:00.025" v="37" actId="20577"/>
        <pc:sldMkLst>
          <pc:docMk/>
          <pc:sldMk cId="1786066309" sldId="637"/>
        </pc:sldMkLst>
        <pc:spChg chg="mod">
          <ac:chgData name="Rodolfo Parussoli" userId="S::rodolfo.parussoli@fornecedores.goias.gov.br::c7faa30e-8fea-4bad-a83c-cea8df40b9da" providerId="AD" clId="Web-{21894914-4302-78EA-CF4C-DDECD0707C95}" dt="2026-07-13T17:44:49.556" v="34" actId="20577"/>
          <ac:spMkLst>
            <pc:docMk/>
            <pc:sldMk cId="1786066309" sldId="637"/>
            <ac:spMk id="5" creationId="{31E3E8A4-F084-D3EE-FDA3-1B7A19CCD220}"/>
          </ac:spMkLst>
        </pc:spChg>
        <pc:spChg chg="mod">
          <ac:chgData name="Rodolfo Parussoli" userId="S::rodolfo.parussoli@fornecedores.goias.gov.br::c7faa30e-8fea-4bad-a83c-cea8df40b9da" providerId="AD" clId="Web-{21894914-4302-78EA-CF4C-DDECD0707C95}" dt="2026-07-13T17:45:00.025" v="37" actId="20577"/>
          <ac:spMkLst>
            <pc:docMk/>
            <pc:sldMk cId="1786066309" sldId="637"/>
            <ac:spMk id="20" creationId="{4202A825-C2C4-54ED-E236-B656374D2650}"/>
          </ac:spMkLst>
        </pc:spChg>
      </pc:sldChg>
    </pc:docChg>
  </pc:docChgLst>
  <pc:docChgLst>
    <pc:chgData name="Lucas Nogueira Lopes" userId="b4794c58-b96d-4e49-8f1f-2dabfe8a9e6e" providerId="ADAL" clId="{816383E1-CDCA-4CC2-B79A-A3F515FC65D6}"/>
    <pc:docChg chg="undo custSel modSld">
      <pc:chgData name="Lucas Nogueira Lopes" userId="b4794c58-b96d-4e49-8f1f-2dabfe8a9e6e" providerId="ADAL" clId="{816383E1-CDCA-4CC2-B79A-A3F515FC65D6}" dt="2026-07-14T11:37:56.425" v="27" actId="108"/>
      <pc:docMkLst>
        <pc:docMk/>
      </pc:docMkLst>
      <pc:sldChg chg="modSp mod">
        <pc:chgData name="Lucas Nogueira Lopes" userId="b4794c58-b96d-4e49-8f1f-2dabfe8a9e6e" providerId="ADAL" clId="{816383E1-CDCA-4CC2-B79A-A3F515FC65D6}" dt="2026-07-14T11:35:25.024" v="1" actId="207"/>
        <pc:sldMkLst>
          <pc:docMk/>
          <pc:sldMk cId="1388638230" sldId="369"/>
        </pc:sldMkLst>
        <pc:spChg chg="mod">
          <ac:chgData name="Lucas Nogueira Lopes" userId="b4794c58-b96d-4e49-8f1f-2dabfe8a9e6e" providerId="ADAL" clId="{816383E1-CDCA-4CC2-B79A-A3F515FC65D6}" dt="2026-07-14T11:35:21.795" v="0" actId="207"/>
          <ac:spMkLst>
            <pc:docMk/>
            <pc:sldMk cId="1388638230" sldId="369"/>
            <ac:spMk id="18" creationId="{72F2C660-4B5F-510D-0A33-DDB98D8BA3A0}"/>
          </ac:spMkLst>
        </pc:spChg>
        <pc:spChg chg="mod">
          <ac:chgData name="Lucas Nogueira Lopes" userId="b4794c58-b96d-4e49-8f1f-2dabfe8a9e6e" providerId="ADAL" clId="{816383E1-CDCA-4CC2-B79A-A3F515FC65D6}" dt="2026-07-14T11:35:25.024" v="1" actId="207"/>
          <ac:spMkLst>
            <pc:docMk/>
            <pc:sldMk cId="1388638230" sldId="369"/>
            <ac:spMk id="22" creationId="{1B817231-0428-7F4B-1BE6-0F1F993C76C3}"/>
          </ac:spMkLst>
        </pc:spChg>
      </pc:sldChg>
      <pc:sldChg chg="modSp mod">
        <pc:chgData name="Lucas Nogueira Lopes" userId="b4794c58-b96d-4e49-8f1f-2dabfe8a9e6e" providerId="ADAL" clId="{816383E1-CDCA-4CC2-B79A-A3F515FC65D6}" dt="2026-07-14T11:36:17.351" v="5" actId="20577"/>
        <pc:sldMkLst>
          <pc:docMk/>
          <pc:sldMk cId="446538649" sldId="502"/>
        </pc:sldMkLst>
        <pc:spChg chg="mod">
          <ac:chgData name="Lucas Nogueira Lopes" userId="b4794c58-b96d-4e49-8f1f-2dabfe8a9e6e" providerId="ADAL" clId="{816383E1-CDCA-4CC2-B79A-A3F515FC65D6}" dt="2026-07-14T11:36:17.351" v="5" actId="20577"/>
          <ac:spMkLst>
            <pc:docMk/>
            <pc:sldMk cId="446538649" sldId="502"/>
            <ac:spMk id="5" creationId="{05EF3D27-DA69-AFB9-CF7D-E56CACA043C2}"/>
          </ac:spMkLst>
        </pc:spChg>
      </pc:sldChg>
      <pc:sldChg chg="modSp mod">
        <pc:chgData name="Lucas Nogueira Lopes" userId="b4794c58-b96d-4e49-8f1f-2dabfe8a9e6e" providerId="ADAL" clId="{816383E1-CDCA-4CC2-B79A-A3F515FC65D6}" dt="2026-07-14T11:36:34.745" v="9" actId="108"/>
        <pc:sldMkLst>
          <pc:docMk/>
          <pc:sldMk cId="4052450269" sldId="503"/>
        </pc:sldMkLst>
        <pc:spChg chg="mod">
          <ac:chgData name="Lucas Nogueira Lopes" userId="b4794c58-b96d-4e49-8f1f-2dabfe8a9e6e" providerId="ADAL" clId="{816383E1-CDCA-4CC2-B79A-A3F515FC65D6}" dt="2026-07-14T11:36:34.745" v="9" actId="108"/>
          <ac:spMkLst>
            <pc:docMk/>
            <pc:sldMk cId="4052450269" sldId="503"/>
            <ac:spMk id="5" creationId="{A4F26BD9-2523-E8A1-9421-6125A0E307B3}"/>
          </ac:spMkLst>
        </pc:spChg>
      </pc:sldChg>
      <pc:sldChg chg="modSp mod">
        <pc:chgData name="Lucas Nogueira Lopes" userId="b4794c58-b96d-4e49-8f1f-2dabfe8a9e6e" providerId="ADAL" clId="{816383E1-CDCA-4CC2-B79A-A3F515FC65D6}" dt="2026-07-14T11:36:45.128" v="11" actId="108"/>
        <pc:sldMkLst>
          <pc:docMk/>
          <pc:sldMk cId="3571585454" sldId="504"/>
        </pc:sldMkLst>
        <pc:spChg chg="mod">
          <ac:chgData name="Lucas Nogueira Lopes" userId="b4794c58-b96d-4e49-8f1f-2dabfe8a9e6e" providerId="ADAL" clId="{816383E1-CDCA-4CC2-B79A-A3F515FC65D6}" dt="2026-07-14T11:36:45.128" v="11" actId="108"/>
          <ac:spMkLst>
            <pc:docMk/>
            <pc:sldMk cId="3571585454" sldId="504"/>
            <ac:spMk id="5" creationId="{52ED3171-103B-BDBE-5147-A815D9B135D3}"/>
          </ac:spMkLst>
        </pc:spChg>
      </pc:sldChg>
      <pc:sldChg chg="modSp mod">
        <pc:chgData name="Lucas Nogueira Lopes" userId="b4794c58-b96d-4e49-8f1f-2dabfe8a9e6e" providerId="ADAL" clId="{816383E1-CDCA-4CC2-B79A-A3F515FC65D6}" dt="2026-07-14T11:37:02.721" v="14" actId="108"/>
        <pc:sldMkLst>
          <pc:docMk/>
          <pc:sldMk cId="4277457679" sldId="505"/>
        </pc:sldMkLst>
        <pc:spChg chg="mod">
          <ac:chgData name="Lucas Nogueira Lopes" userId="b4794c58-b96d-4e49-8f1f-2dabfe8a9e6e" providerId="ADAL" clId="{816383E1-CDCA-4CC2-B79A-A3F515FC65D6}" dt="2026-07-14T11:37:02.721" v="14" actId="108"/>
          <ac:spMkLst>
            <pc:docMk/>
            <pc:sldMk cId="4277457679" sldId="505"/>
            <ac:spMk id="5" creationId="{6ED5D4AA-B83D-77DC-CDBF-0CFF4210D4A8}"/>
          </ac:spMkLst>
        </pc:spChg>
      </pc:sldChg>
      <pc:sldChg chg="modSp mod">
        <pc:chgData name="Lucas Nogueira Lopes" userId="b4794c58-b96d-4e49-8f1f-2dabfe8a9e6e" providerId="ADAL" clId="{816383E1-CDCA-4CC2-B79A-A3F515FC65D6}" dt="2026-07-14T11:37:16.168" v="18" actId="108"/>
        <pc:sldMkLst>
          <pc:docMk/>
          <pc:sldMk cId="2558445442" sldId="506"/>
        </pc:sldMkLst>
        <pc:spChg chg="mod">
          <ac:chgData name="Lucas Nogueira Lopes" userId="b4794c58-b96d-4e49-8f1f-2dabfe8a9e6e" providerId="ADAL" clId="{816383E1-CDCA-4CC2-B79A-A3F515FC65D6}" dt="2026-07-14T11:37:16.168" v="18" actId="108"/>
          <ac:spMkLst>
            <pc:docMk/>
            <pc:sldMk cId="2558445442" sldId="506"/>
            <ac:spMk id="5" creationId="{38404E82-95BE-C9DF-193B-07CAE9B0E0B4}"/>
          </ac:spMkLst>
        </pc:spChg>
      </pc:sldChg>
      <pc:sldChg chg="modSp mod">
        <pc:chgData name="Lucas Nogueira Lopes" userId="b4794c58-b96d-4e49-8f1f-2dabfe8a9e6e" providerId="ADAL" clId="{816383E1-CDCA-4CC2-B79A-A3F515FC65D6}" dt="2026-07-14T11:37:25.880" v="20" actId="108"/>
        <pc:sldMkLst>
          <pc:docMk/>
          <pc:sldMk cId="659680470" sldId="619"/>
        </pc:sldMkLst>
        <pc:spChg chg="mod">
          <ac:chgData name="Lucas Nogueira Lopes" userId="b4794c58-b96d-4e49-8f1f-2dabfe8a9e6e" providerId="ADAL" clId="{816383E1-CDCA-4CC2-B79A-A3F515FC65D6}" dt="2026-07-14T11:37:25.880" v="20" actId="108"/>
          <ac:spMkLst>
            <pc:docMk/>
            <pc:sldMk cId="659680470" sldId="619"/>
            <ac:spMk id="5" creationId="{D9790F2A-D5F7-256D-A0CB-CE79DDEACAE6}"/>
          </ac:spMkLst>
        </pc:spChg>
      </pc:sldChg>
      <pc:sldChg chg="modSp mod">
        <pc:chgData name="Lucas Nogueira Lopes" userId="b4794c58-b96d-4e49-8f1f-2dabfe8a9e6e" providerId="ADAL" clId="{816383E1-CDCA-4CC2-B79A-A3F515FC65D6}" dt="2026-07-14T11:37:32.897" v="22" actId="108"/>
        <pc:sldMkLst>
          <pc:docMk/>
          <pc:sldMk cId="2476694091" sldId="620"/>
        </pc:sldMkLst>
        <pc:spChg chg="mod">
          <ac:chgData name="Lucas Nogueira Lopes" userId="b4794c58-b96d-4e49-8f1f-2dabfe8a9e6e" providerId="ADAL" clId="{816383E1-CDCA-4CC2-B79A-A3F515FC65D6}" dt="2026-07-14T11:37:32.897" v="22" actId="108"/>
          <ac:spMkLst>
            <pc:docMk/>
            <pc:sldMk cId="2476694091" sldId="620"/>
            <ac:spMk id="5" creationId="{3BA63E54-E7C7-038A-303B-337F985833CE}"/>
          </ac:spMkLst>
        </pc:spChg>
      </pc:sldChg>
      <pc:sldChg chg="modSp mod">
        <pc:chgData name="Lucas Nogueira Lopes" userId="b4794c58-b96d-4e49-8f1f-2dabfe8a9e6e" providerId="ADAL" clId="{816383E1-CDCA-4CC2-B79A-A3F515FC65D6}" dt="2026-07-14T11:37:45.458" v="23" actId="108"/>
        <pc:sldMkLst>
          <pc:docMk/>
          <pc:sldMk cId="3470670343" sldId="633"/>
        </pc:sldMkLst>
        <pc:spChg chg="mod">
          <ac:chgData name="Lucas Nogueira Lopes" userId="b4794c58-b96d-4e49-8f1f-2dabfe8a9e6e" providerId="ADAL" clId="{816383E1-CDCA-4CC2-B79A-A3F515FC65D6}" dt="2026-07-14T11:37:45.458" v="23" actId="108"/>
          <ac:spMkLst>
            <pc:docMk/>
            <pc:sldMk cId="3470670343" sldId="633"/>
            <ac:spMk id="5" creationId="{E666B579-6DDB-809A-35C4-68A0CD66BD51}"/>
          </ac:spMkLst>
        </pc:spChg>
      </pc:sldChg>
      <pc:sldChg chg="modSp mod">
        <pc:chgData name="Lucas Nogueira Lopes" userId="b4794c58-b96d-4e49-8f1f-2dabfe8a9e6e" providerId="ADAL" clId="{816383E1-CDCA-4CC2-B79A-A3F515FC65D6}" dt="2026-07-14T11:36:09.231" v="3" actId="20577"/>
        <pc:sldMkLst>
          <pc:docMk/>
          <pc:sldMk cId="2925013211" sldId="635"/>
        </pc:sldMkLst>
        <pc:spChg chg="mod">
          <ac:chgData name="Lucas Nogueira Lopes" userId="b4794c58-b96d-4e49-8f1f-2dabfe8a9e6e" providerId="ADAL" clId="{816383E1-CDCA-4CC2-B79A-A3F515FC65D6}" dt="2026-07-14T11:36:09.231" v="3" actId="20577"/>
          <ac:spMkLst>
            <pc:docMk/>
            <pc:sldMk cId="2925013211" sldId="635"/>
            <ac:spMk id="5" creationId="{EE4635B5-B6C1-45B7-55DE-07C1FB8A696B}"/>
          </ac:spMkLst>
        </pc:spChg>
      </pc:sldChg>
      <pc:sldChg chg="modSp mod">
        <pc:chgData name="Lucas Nogueira Lopes" userId="b4794c58-b96d-4e49-8f1f-2dabfe8a9e6e" providerId="ADAL" clId="{816383E1-CDCA-4CC2-B79A-A3F515FC65D6}" dt="2026-07-14T11:37:51.157" v="25" actId="108"/>
        <pc:sldMkLst>
          <pc:docMk/>
          <pc:sldMk cId="2407573677" sldId="636"/>
        </pc:sldMkLst>
        <pc:spChg chg="mod">
          <ac:chgData name="Lucas Nogueira Lopes" userId="b4794c58-b96d-4e49-8f1f-2dabfe8a9e6e" providerId="ADAL" clId="{816383E1-CDCA-4CC2-B79A-A3F515FC65D6}" dt="2026-07-14T11:37:51.157" v="25" actId="108"/>
          <ac:spMkLst>
            <pc:docMk/>
            <pc:sldMk cId="2407573677" sldId="636"/>
            <ac:spMk id="5" creationId="{95528560-82B7-5406-CC6D-14B123F8A7BD}"/>
          </ac:spMkLst>
        </pc:spChg>
      </pc:sldChg>
      <pc:sldChg chg="modSp mod">
        <pc:chgData name="Lucas Nogueira Lopes" userId="b4794c58-b96d-4e49-8f1f-2dabfe8a9e6e" providerId="ADAL" clId="{816383E1-CDCA-4CC2-B79A-A3F515FC65D6}" dt="2026-07-14T11:37:56.425" v="27" actId="108"/>
        <pc:sldMkLst>
          <pc:docMk/>
          <pc:sldMk cId="1786066309" sldId="637"/>
        </pc:sldMkLst>
        <pc:spChg chg="mod">
          <ac:chgData name="Lucas Nogueira Lopes" userId="b4794c58-b96d-4e49-8f1f-2dabfe8a9e6e" providerId="ADAL" clId="{816383E1-CDCA-4CC2-B79A-A3F515FC65D6}" dt="2026-07-14T11:37:56.425" v="27" actId="108"/>
          <ac:spMkLst>
            <pc:docMk/>
            <pc:sldMk cId="1786066309" sldId="637"/>
            <ac:spMk id="5" creationId="{31E3E8A4-F084-D3EE-FDA3-1B7A19CCD220}"/>
          </ac:spMkLst>
        </pc:spChg>
      </pc:sldChg>
    </pc:docChg>
  </pc:docChgLst>
</pc:chgInfo>
</file>

<file path=ppt/comments/modernComment_27C_8F80A8A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273FE03-2F14-4B58-9757-FEC7482D6139}" authorId="{5BC6EF66-34DA-78DB-57DB-17AF9972CEA8}" created="2026-07-13T12:42:59.017">
    <pc:sldMkLst xmlns:pc="http://schemas.microsoft.com/office/powerpoint/2013/main/command">
      <pc:docMk/>
      <pc:sldMk cId="2407573677" sldId="636"/>
    </pc:sldMkLst>
    <p188:txBody>
      <a:bodyPr/>
      <a:lstStyle/>
      <a:p>
        <a:r>
          <a:rPr lang="pt-BR"/>
          <a:t>Inclusão de Slide Novo - necessário alterar as fotos</a:t>
        </a:r>
      </a:p>
    </p188:txBody>
  </p188:cm>
</p188:cmLst>
</file>

<file path=ppt/comments/modernComment_27D_6A75358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497DA7-AFC4-47F2-A32A-DCAF6FD5C375}" authorId="{5BC6EF66-34DA-78DB-57DB-17AF9972CEA8}" created="2026-07-13T12:45:50.025">
    <pc:sldMkLst xmlns:pc="http://schemas.microsoft.com/office/powerpoint/2013/main/command">
      <pc:docMk/>
      <pc:sldMk cId="1786066309" sldId="637"/>
    </pc:sldMkLst>
    <p188:txBody>
      <a:bodyPr/>
      <a:lstStyle/>
      <a:p>
        <a:r>
          <a:rPr lang="pt-BR"/>
          <a:t>Inclusão de Slide Novo - necessário alterar as fotos</a:t>
        </a:r>
      </a:p>
    </p188:txBody>
  </p188:cm>
</p188:cmLst>
</file>

<file path=ppt/comments/modernComment_171_52C4F01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F7CA12B-EAA2-4B7B-81AE-7C50276E4349}" authorId="{5BC6EF66-34DA-78DB-57DB-17AF9972CEA8}" created="2026-07-13T12:40:08.93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388638230" sldId="369"/>
      <ac:spMk id="22" creationId="{1B817231-0428-7F4B-1BE6-0F1F993C76C3}"/>
    </ac:deMkLst>
    <p188:txBody>
      <a:bodyPr/>
      <a:lstStyle/>
      <a:p>
        <a:r>
          <a:rPr lang="pt-BR"/>
          <a:t>Sugestão de alteração do texto: ÁREA APROXIMANDA DE 738.141,44 KM² ATENDIDOS NO PROGRAMA</a:t>
        </a:r>
      </a:p>
    </p188:txBody>
  </p188:cm>
  <p188:cm id="{FDB84AB9-1933-4042-ABE9-6DCEE40977DD}" authorId="{5BC6EF66-34DA-78DB-57DB-17AF9972CEA8}" created="2026-07-13T12:48:38.73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388638230" sldId="369"/>
      <ac:spMk id="18" creationId="{72F2C660-4B5F-510D-0A33-DDB98D8BA3A0}"/>
    </ac:deMkLst>
    <p188:txBody>
      <a:bodyPr/>
      <a:lstStyle/>
      <a:p>
        <a:r>
          <a:rPr lang="pt-BR"/>
          <a:t>São 54 Munícipios atendidos, sendo 256 pontos no total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6056E-8A90-0149-1903-A52E9BA64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16BB67D-61EE-5112-73B4-DB6B4AB1B8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B30DF5-0A91-EA4B-6433-ABB391A3BD4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4471E92-886E-EE27-18CB-2C8CD8FC82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13E4695-5C73-5238-9DD9-8BCF4528E4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340F27-A60C-FBAA-0CAB-861F6860C19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915B9-C06D-8A6D-7C6D-615BFF80A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48105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66466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28155-32A2-ED56-99B1-C4C355ADB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482C0C5-BC5D-665C-3E7E-5DC57EA70A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A2DA6CB-8251-3EED-02E4-32BEBC315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3F41B5F-6676-330B-5B74-C19531C22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27679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53FAB-4183-B284-0906-DE1F031B2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F1A9AAC-9BE2-2AB6-1403-F04DB0F9B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09DDD47-F668-039D-9D8D-AB1D57A53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0EA9B60-1D77-7490-583E-3F8D46D67B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198485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microsoft.com/office/2018/10/relationships/comments" Target="../comments/modernComment_171_52C4F016.xml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microsoft.com/office/2018/10/relationships/comments" Target="../comments/modernComment_27C_8F80A8AD.xml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microsoft.com/office/2018/10/relationships/comments" Target="../comments/modernComment_27D_6A753585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F6934-3206-2F01-36C6-4925C26E8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D364C7C4-9F12-3F70-7322-D971E8141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10018059" cy="10287000"/>
          </a:xfrm>
          <a:prstGeom prst="rect">
            <a:avLst/>
          </a:prstGeom>
        </p:spPr>
      </p:pic>
      <p:sp>
        <p:nvSpPr>
          <p:cNvPr id="3" name="Freeform 3">
            <a:extLst>
              <a:ext uri="{FF2B5EF4-FFF2-40B4-BE49-F238E27FC236}">
                <a16:creationId xmlns:a16="http://schemas.microsoft.com/office/drawing/2014/main" id="{429A8D60-3794-B20C-4FA2-9A7B866D7335}"/>
              </a:ext>
            </a:extLst>
          </p:cNvPr>
          <p:cNvSpPr/>
          <p:nvPr/>
        </p:nvSpPr>
        <p:spPr>
          <a:xfrm rot="-5400000">
            <a:off x="5152519" y="10028"/>
            <a:ext cx="10288011" cy="10267949"/>
          </a:xfrm>
          <a:custGeom>
            <a:avLst/>
            <a:gdLst/>
            <a:ahLst/>
            <a:cxnLst/>
            <a:rect l="l" t="t" r="r" b="b"/>
            <a:pathLst>
              <a:path w="10288011" h="15430499">
                <a:moveTo>
                  <a:pt x="0" y="0"/>
                </a:moveTo>
                <a:lnTo>
                  <a:pt x="10288012" y="0"/>
                </a:lnTo>
                <a:lnTo>
                  <a:pt x="10288012" y="15430499"/>
                </a:lnTo>
                <a:lnTo>
                  <a:pt x="0" y="154304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-5" r="-5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28B6C98-F162-62CF-E448-955E76A4750E}"/>
              </a:ext>
            </a:extLst>
          </p:cNvPr>
          <p:cNvGrpSpPr/>
          <p:nvPr/>
        </p:nvGrpSpPr>
        <p:grpSpPr>
          <a:xfrm>
            <a:off x="5176157" y="0"/>
            <a:ext cx="13125450" cy="10287000"/>
            <a:chOff x="18143" y="0"/>
            <a:chExt cx="175006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16B450C-F2D4-B405-60F3-255A57008E20}"/>
                </a:ext>
              </a:extLst>
            </p:cNvPr>
            <p:cNvSpPr/>
            <p:nvPr/>
          </p:nvSpPr>
          <p:spPr>
            <a:xfrm>
              <a:off x="18143" y="0"/>
              <a:ext cx="17500600" cy="13716000"/>
            </a:xfrm>
            <a:custGeom>
              <a:avLst/>
              <a:gdLst/>
              <a:ahLst/>
              <a:cxnLst/>
              <a:rect l="l" t="t" r="r" b="b"/>
              <a:pathLst>
                <a:path w="17500600" h="13716000">
                  <a:moveTo>
                    <a:pt x="0" y="0"/>
                  </a:moveTo>
                  <a:lnTo>
                    <a:pt x="17500600" y="0"/>
                  </a:lnTo>
                  <a:lnTo>
                    <a:pt x="17500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60E30E0F-9BCF-681D-CB98-DD10AFDA5E62}"/>
              </a:ext>
            </a:extLst>
          </p:cNvPr>
          <p:cNvSpPr txBox="1"/>
          <p:nvPr/>
        </p:nvSpPr>
        <p:spPr>
          <a:xfrm>
            <a:off x="6458508" y="3729055"/>
            <a:ext cx="6060114" cy="166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3600" dirty="0">
                <a:solidFill>
                  <a:srgbClr val="00B050"/>
                </a:solidFill>
                <a:latin typeface="Gotham"/>
                <a:ea typeface="Gotham"/>
                <a:cs typeface="Gotham"/>
                <a:sym typeface="Gotham"/>
              </a:rPr>
              <a:t>GME – PROGRAMA GOIÁS EM MOVIMENTO - ESTRUTURAS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C62F825-BCF3-91EE-68F8-4EBE566A946C}"/>
              </a:ext>
            </a:extLst>
          </p:cNvPr>
          <p:cNvSpPr txBox="1"/>
          <p:nvPr/>
        </p:nvSpPr>
        <p:spPr>
          <a:xfrm>
            <a:off x="6113943" y="-190500"/>
            <a:ext cx="6060114" cy="460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20"/>
              </a:lnSpc>
            </a:pPr>
            <a:r>
              <a:rPr lang="en-US" sz="29850" dirty="0">
                <a:solidFill>
                  <a:srgbClr val="2DA54A"/>
                </a:solidFill>
                <a:latin typeface="Gotham Light"/>
                <a:ea typeface="Gotham Light"/>
                <a:cs typeface="Gotham Light"/>
                <a:sym typeface="Gotham Light"/>
              </a:rPr>
              <a:t>04.</a:t>
            </a:r>
          </a:p>
        </p:txBody>
      </p:sp>
      <p:grpSp>
        <p:nvGrpSpPr>
          <p:cNvPr id="15" name="Group 9">
            <a:extLst>
              <a:ext uri="{FF2B5EF4-FFF2-40B4-BE49-F238E27FC236}">
                <a16:creationId xmlns:a16="http://schemas.microsoft.com/office/drawing/2014/main" id="{3F377182-FB47-FB19-4947-7B64B152BDCA}"/>
              </a:ext>
            </a:extLst>
          </p:cNvPr>
          <p:cNvGrpSpPr/>
          <p:nvPr/>
        </p:nvGrpSpPr>
        <p:grpSpPr>
          <a:xfrm>
            <a:off x="7367001" y="5742812"/>
            <a:ext cx="2812677" cy="3028750"/>
            <a:chOff x="0" y="0"/>
            <a:chExt cx="4019550" cy="4092576"/>
          </a:xfrm>
        </p:grpSpPr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12888F3-6AFF-422C-7185-11E4D950DE9C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17" name="TextBox 11">
              <a:extLst>
                <a:ext uri="{FF2B5EF4-FFF2-40B4-BE49-F238E27FC236}">
                  <a16:creationId xmlns:a16="http://schemas.microsoft.com/office/drawing/2014/main" id="{0A4A23EB-AD96-4AE6-4D79-C68071821933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18" name="TextBox 26">
            <a:extLst>
              <a:ext uri="{FF2B5EF4-FFF2-40B4-BE49-F238E27FC236}">
                <a16:creationId xmlns:a16="http://schemas.microsoft.com/office/drawing/2014/main" id="{72F2C660-4B5F-510D-0A33-DDB98D8BA3A0}"/>
              </a:ext>
            </a:extLst>
          </p:cNvPr>
          <p:cNvSpPr txBox="1"/>
          <p:nvPr/>
        </p:nvSpPr>
        <p:spPr>
          <a:xfrm>
            <a:off x="7550282" y="6709419"/>
            <a:ext cx="2470678" cy="1946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endParaRPr dirty="0">
              <a:solidFill>
                <a:schemeClr val="bg1"/>
              </a:solidFill>
              <a:highlight>
                <a:srgbClr val="FF0000"/>
              </a:highlight>
            </a:endParaRPr>
          </a:p>
          <a:p>
            <a:pPr algn="ctr">
              <a:lnSpc>
                <a:spcPts val="2160"/>
              </a:lnSpc>
            </a:pPr>
            <a:r>
              <a:rPr lang="en-US" b="1" dirty="0">
                <a:solidFill>
                  <a:schemeClr val="bg1"/>
                </a:solidFill>
                <a:latin typeface="Gotham"/>
                <a:ea typeface="+mn-lt"/>
                <a:cs typeface="+mn-lt"/>
                <a:sym typeface="Gotham"/>
              </a:rPr>
              <a:t>54 </a:t>
            </a:r>
            <a:r>
              <a:rPr lang="en-US" sz="1800" b="1" dirty="0">
                <a:solidFill>
                  <a:schemeClr val="bg1"/>
                </a:solidFill>
                <a:latin typeface="Gotham"/>
                <a:ea typeface="+mn-lt"/>
                <a:cs typeface="+mn-lt"/>
                <a:sym typeface="Gotham"/>
              </a:rPr>
              <a:t>MUNICÍPIOS</a:t>
            </a:r>
            <a:r>
              <a:rPr lang="en-US" b="1" dirty="0">
                <a:solidFill>
                  <a:schemeClr val="bg1"/>
                </a:solidFill>
                <a:latin typeface="Gotham"/>
                <a:ea typeface="+mn-lt"/>
                <a:cs typeface="+mn-lt"/>
                <a:sym typeface="Gotham"/>
              </a:rPr>
              <a:t> CONTEMPLADOS</a:t>
            </a:r>
            <a:endParaRPr lang="en-US" b="1" dirty="0">
              <a:solidFill>
                <a:schemeClr val="bg1"/>
              </a:solidFill>
              <a:latin typeface="Gotham"/>
            </a:endParaRPr>
          </a:p>
          <a:p>
            <a:pPr>
              <a:lnSpc>
                <a:spcPts val="2160"/>
              </a:lnSpc>
            </a:pPr>
            <a:endParaRPr lang="en-US" b="1" dirty="0">
              <a:solidFill>
                <a:schemeClr val="bg1"/>
              </a:solidFill>
              <a:latin typeface="Gotham"/>
              <a:ea typeface="Gotham"/>
              <a:cs typeface="Gotham"/>
              <a:sym typeface="Gotham"/>
            </a:endParaRPr>
          </a:p>
          <a:p>
            <a:pPr>
              <a:lnSpc>
                <a:spcPts val="2160"/>
              </a:lnSpc>
            </a:pPr>
            <a:endParaRPr lang="en-US" sz="1800" b="1" dirty="0">
              <a:solidFill>
                <a:schemeClr val="bg1"/>
              </a:solidFill>
              <a:latin typeface="Gotham"/>
              <a:ea typeface="Gotham"/>
              <a:cs typeface="Gotham"/>
              <a:sym typeface="Gotham"/>
            </a:endParaRPr>
          </a:p>
          <a:p>
            <a:pPr>
              <a:lnSpc>
                <a:spcPts val="2160"/>
              </a:lnSpc>
            </a:pPr>
            <a:endParaRPr lang="en-US" sz="1800" b="1" dirty="0">
              <a:solidFill>
                <a:schemeClr val="bg1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2160"/>
              </a:lnSpc>
              <a:spcBef>
                <a:spcPct val="0"/>
              </a:spcBef>
            </a:pPr>
            <a:endParaRPr lang="en-US" sz="1800" dirty="0">
              <a:solidFill>
                <a:schemeClr val="bg1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7FAC388E-5936-ED49-A841-22F77414DF51}"/>
              </a:ext>
            </a:extLst>
          </p:cNvPr>
          <p:cNvGrpSpPr/>
          <p:nvPr/>
        </p:nvGrpSpPr>
        <p:grpSpPr>
          <a:xfrm>
            <a:off x="10570635" y="5742811"/>
            <a:ext cx="2812677" cy="3028750"/>
            <a:chOff x="0" y="0"/>
            <a:chExt cx="4019550" cy="4092576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D091D64B-77FB-CD10-B524-6CACCB9A5ACF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18103B3C-1E5D-5E8B-BCFF-6FC6E03E2455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22" name="TextBox 26">
            <a:extLst>
              <a:ext uri="{FF2B5EF4-FFF2-40B4-BE49-F238E27FC236}">
                <a16:creationId xmlns:a16="http://schemas.microsoft.com/office/drawing/2014/main" id="{1B817231-0428-7F4B-1BE6-0F1F993C76C3}"/>
              </a:ext>
            </a:extLst>
          </p:cNvPr>
          <p:cNvSpPr txBox="1"/>
          <p:nvPr/>
        </p:nvSpPr>
        <p:spPr>
          <a:xfrm>
            <a:off x="10674097" y="6559672"/>
            <a:ext cx="2647457" cy="13823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endParaRPr dirty="0">
              <a:solidFill>
                <a:schemeClr val="bg1"/>
              </a:solidFill>
            </a:endParaRPr>
          </a:p>
          <a:p>
            <a:pPr algn="ctr">
              <a:lnSpc>
                <a:spcPts val="2160"/>
              </a:lnSpc>
            </a:pPr>
            <a:r>
              <a:rPr lang="pt-BR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APROXIMADAMENTE 738.141,44 KM² DE </a:t>
            </a:r>
            <a:r>
              <a:rPr lang="pt-BR" b="1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ÁREA RESTAURADA</a:t>
            </a:r>
            <a:endParaRPr lang="pt-BR" sz="1800" b="1" dirty="0">
              <a:solidFill>
                <a:schemeClr val="bg1"/>
              </a:solidFill>
              <a:latin typeface="Gotham"/>
              <a:ea typeface="Gotham"/>
              <a:cs typeface="Gotham"/>
            </a:endParaRPr>
          </a:p>
          <a:p>
            <a:pPr algn="l">
              <a:lnSpc>
                <a:spcPts val="2160"/>
              </a:lnSpc>
              <a:spcBef>
                <a:spcPct val="0"/>
              </a:spcBef>
            </a:pPr>
            <a:endParaRPr lang="en-US" sz="1800" dirty="0">
              <a:solidFill>
                <a:schemeClr val="bg1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23" name="Group 9">
            <a:extLst>
              <a:ext uri="{FF2B5EF4-FFF2-40B4-BE49-F238E27FC236}">
                <a16:creationId xmlns:a16="http://schemas.microsoft.com/office/drawing/2014/main" id="{7028DCAD-A9F2-8354-6C4C-FEC727F6B5C9}"/>
              </a:ext>
            </a:extLst>
          </p:cNvPr>
          <p:cNvGrpSpPr/>
          <p:nvPr/>
        </p:nvGrpSpPr>
        <p:grpSpPr>
          <a:xfrm>
            <a:off x="13774269" y="5742811"/>
            <a:ext cx="2812677" cy="3028750"/>
            <a:chOff x="0" y="0"/>
            <a:chExt cx="4019550" cy="4092576"/>
          </a:xfrm>
        </p:grpSpPr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0DF284C6-1020-5235-7A3D-D2B064801F91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25" name="TextBox 11">
              <a:extLst>
                <a:ext uri="{FF2B5EF4-FFF2-40B4-BE49-F238E27FC236}">
                  <a16:creationId xmlns:a16="http://schemas.microsoft.com/office/drawing/2014/main" id="{FFDBBE79-B2AB-7953-7F6A-6997F35FFE1C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26" name="TextBox 26">
            <a:extLst>
              <a:ext uri="{FF2B5EF4-FFF2-40B4-BE49-F238E27FC236}">
                <a16:creationId xmlns:a16="http://schemas.microsoft.com/office/drawing/2014/main" id="{F8D3EAF4-722C-A203-64AC-4EC2A10F5067}"/>
              </a:ext>
            </a:extLst>
          </p:cNvPr>
          <p:cNvSpPr txBox="1"/>
          <p:nvPr/>
        </p:nvSpPr>
        <p:spPr>
          <a:xfrm>
            <a:off x="13945268" y="6847650"/>
            <a:ext cx="2470678" cy="819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pt-BR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VALOR TOTAL CONTRATADO:</a:t>
            </a:r>
          </a:p>
          <a:p>
            <a:pPr algn="ctr">
              <a:lnSpc>
                <a:spcPts val="2160"/>
              </a:lnSpc>
            </a:pPr>
            <a:r>
              <a:rPr lang="pt-BR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R$ 125.272.077,18</a:t>
            </a:r>
            <a:endParaRPr lang="en-US" sz="1800" dirty="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D432528-A1B4-8963-50C0-6667B7A8703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2E614F0-6C56-287A-5405-F4C2596A7F0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97" r="2602" b="21857"/>
          <a:stretch>
            <a:fillRect/>
          </a:stretch>
        </p:blipFill>
        <p:spPr>
          <a:xfrm>
            <a:off x="10674097" y="559031"/>
            <a:ext cx="4324793" cy="219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63823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5D6F9-37E2-986C-FEE8-492704ED2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EE4635B5-B6C1-45B7-55DE-07C1FB8A696B}"/>
              </a:ext>
            </a:extLst>
          </p:cNvPr>
          <p:cNvSpPr txBox="1"/>
          <p:nvPr/>
        </p:nvSpPr>
        <p:spPr>
          <a:xfrm>
            <a:off x="3784136" y="2874435"/>
            <a:ext cx="7981143" cy="3270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Programa Goiás em Movimento Municípios Estruturas - execução de obras de arte correntes em 4 (quatro) municípios do estado de Goiás, sendo eles: </a:t>
            </a:r>
            <a:r>
              <a:rPr lang="pt-BR" dirty="0" err="1">
                <a:latin typeface="Gotham" panose="020B0604020202020204"/>
              </a:rPr>
              <a:t>Jaupaci</a:t>
            </a:r>
            <a:r>
              <a:rPr lang="pt-BR" dirty="0">
                <a:latin typeface="Gotham" panose="020B0604020202020204"/>
              </a:rPr>
              <a:t>, Iporá, Diorama e Doverlândia.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LOTE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: 01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19 Bueiros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R$ 8.025.860,03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36,6%</a:t>
            </a:r>
            <a:endParaRPr lang="pt-BR" dirty="0">
              <a:solidFill>
                <a:srgbClr val="3C3C3C"/>
              </a:solidFill>
              <a:latin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00852815-5C40-BDB9-3E7B-9DED1DFE8F64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12506294-D72B-B330-7426-5E9F3B5B55DD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B23DEA2B-1D69-4714-1876-CC68BCB4EF69}"/>
              </a:ext>
            </a:extLst>
          </p:cNvPr>
          <p:cNvSpPr txBox="1"/>
          <p:nvPr/>
        </p:nvSpPr>
        <p:spPr>
          <a:xfrm>
            <a:off x="6474822" y="1466548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114/2025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60669ECA-904D-C887-8BA1-E00E349FF39E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" name="Freeform 16">
            <a:extLst>
              <a:ext uri="{FF2B5EF4-FFF2-40B4-BE49-F238E27FC236}">
                <a16:creationId xmlns:a16="http://schemas.microsoft.com/office/drawing/2014/main" id="{5C4263C7-7992-F37C-D52E-DAFDF3B5AA6A}"/>
              </a:ext>
            </a:extLst>
          </p:cNvPr>
          <p:cNvSpPr/>
          <p:nvPr/>
        </p:nvSpPr>
        <p:spPr>
          <a:xfrm>
            <a:off x="3477573" y="13290"/>
            <a:ext cx="12341547" cy="907256"/>
          </a:xfrm>
          <a:custGeom>
            <a:avLst/>
            <a:gdLst/>
            <a:ahLst/>
            <a:cxnLst/>
            <a:rect l="l" t="t" r="r" b="b"/>
            <a:pathLst>
              <a:path w="4908550" h="1209675">
                <a:moveTo>
                  <a:pt x="4305681" y="1209675"/>
                </a:moveTo>
                <a:cubicBezTo>
                  <a:pt x="0" y="1209675"/>
                  <a:pt x="0" y="1209675"/>
                  <a:pt x="0" y="1209675"/>
                </a:cubicBezTo>
                <a:cubicBezTo>
                  <a:pt x="0" y="0"/>
                  <a:pt x="0" y="0"/>
                  <a:pt x="0" y="0"/>
                </a:cubicBezTo>
                <a:cubicBezTo>
                  <a:pt x="4305681" y="0"/>
                  <a:pt x="4305681" y="0"/>
                  <a:pt x="4305681" y="0"/>
                </a:cubicBezTo>
                <a:cubicBezTo>
                  <a:pt x="4638802" y="0"/>
                  <a:pt x="4908550" y="269875"/>
                  <a:pt x="4908550" y="603250"/>
                </a:cubicBezTo>
                <a:cubicBezTo>
                  <a:pt x="4908550" y="1209675"/>
                  <a:pt x="4908550" y="1209675"/>
                  <a:pt x="4908550" y="1209675"/>
                </a:cubicBezTo>
                <a:lnTo>
                  <a:pt x="4305681" y="1209675"/>
                </a:lnTo>
                <a:close/>
              </a:path>
            </a:pathLst>
          </a:custGeom>
          <a:solidFill>
            <a:srgbClr val="0E9E3C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DD76517-31FF-30A0-ACF1-DF774C7270FA}"/>
              </a:ext>
            </a:extLst>
          </p:cNvPr>
          <p:cNvSpPr txBox="1"/>
          <p:nvPr/>
        </p:nvSpPr>
        <p:spPr>
          <a:xfrm>
            <a:off x="4082804" y="83698"/>
            <a:ext cx="13669413" cy="575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320"/>
              </a:lnSpc>
            </a:pPr>
            <a:r>
              <a:rPr lang="en-US" sz="20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EM ANDAMENTO – </a:t>
            </a:r>
            <a:r>
              <a:rPr lang="en-US" sz="2000" b="1" dirty="0">
                <a:solidFill>
                  <a:srgbClr val="FFFFFF"/>
                </a:solidFill>
                <a:latin typeface="Gotham"/>
                <a:sym typeface="Gotham"/>
              </a:rPr>
              <a:t>PROGRAMA GOIÁS EM MOVIMENTO - ESTRUTURAS</a:t>
            </a:r>
          </a:p>
        </p:txBody>
      </p:sp>
      <p:grpSp>
        <p:nvGrpSpPr>
          <p:cNvPr id="23" name="Group 17">
            <a:extLst>
              <a:ext uri="{FF2B5EF4-FFF2-40B4-BE49-F238E27FC236}">
                <a16:creationId xmlns:a16="http://schemas.microsoft.com/office/drawing/2014/main" id="{A1B4ED3C-B064-3754-5786-B808EED5E45F}"/>
              </a:ext>
            </a:extLst>
          </p:cNvPr>
          <p:cNvGrpSpPr/>
          <p:nvPr/>
        </p:nvGrpSpPr>
        <p:grpSpPr>
          <a:xfrm>
            <a:off x="3039017" y="13289"/>
            <a:ext cx="904875" cy="907257"/>
            <a:chOff x="0" y="0"/>
            <a:chExt cx="1206500" cy="1209676"/>
          </a:xfrm>
        </p:grpSpPr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A6D33C61-C0E2-CC1C-5847-B48A6EBDD0E7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  <p:txBody>
            <a:bodyPr/>
            <a:lstStyle/>
            <a:p>
              <a:endParaRPr lang="pt-BR"/>
            </a:p>
          </p:txBody>
        </p:sp>
      </p:grpSp>
      <p:pic>
        <p:nvPicPr>
          <p:cNvPr id="25" name="Imagem 24">
            <a:extLst>
              <a:ext uri="{FF2B5EF4-FFF2-40B4-BE49-F238E27FC236}">
                <a16:creationId xmlns:a16="http://schemas.microsoft.com/office/drawing/2014/main" id="{5C06170D-3CA8-CD40-7EFA-88E8986090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6" name="Retângulo 25">
            <a:extLst>
              <a:ext uri="{FF2B5EF4-FFF2-40B4-BE49-F238E27FC236}">
                <a16:creationId xmlns:a16="http://schemas.microsoft.com/office/drawing/2014/main" id="{8A10B827-E930-5386-0F81-E1EF8234E547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F870E0F-AD06-2635-F483-98A4F4071146}"/>
              </a:ext>
            </a:extLst>
          </p:cNvPr>
          <p:cNvSpPr txBox="1"/>
          <p:nvPr/>
        </p:nvSpPr>
        <p:spPr>
          <a:xfrm>
            <a:off x="-189350" y="8141378"/>
            <a:ext cx="2391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GME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ESTRUTURAS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36577A54-1584-7186-412B-2130E0319E91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64837F4-EE5A-F9A6-504F-7108439523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30" r="16430"/>
          <a:stretch/>
        </p:blipFill>
        <p:spPr>
          <a:xfrm>
            <a:off x="13658686" y="5363108"/>
            <a:ext cx="3368221" cy="376257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EFD8585-C43B-1DD6-7C39-B06BE070F2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30" r="16430"/>
          <a:stretch/>
        </p:blipFill>
        <p:spPr>
          <a:xfrm>
            <a:off x="13658691" y="1600537"/>
            <a:ext cx="3368216" cy="376257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5013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84904-0CCE-5D6B-5F74-824AA3300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05EF3D27-DA69-AFB9-CF7D-E56CACA043C2}"/>
              </a:ext>
            </a:extLst>
          </p:cNvPr>
          <p:cNvSpPr txBox="1"/>
          <p:nvPr/>
        </p:nvSpPr>
        <p:spPr>
          <a:xfrm>
            <a:off x="3784136" y="2874435"/>
            <a:ext cx="7981143" cy="3270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de obras de arte correntes em 7 (sete) municípios do estado de Goiás: Adelândia, Anicuns, Buriti de Goiás, Córrego do Ouro, Moiporá, Novo Brasil e São João da Paraúna.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LOTE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: 02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35 Bueiros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R$ 13.406.052,39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0,7%</a:t>
            </a:r>
            <a:endParaRPr lang="pt-BR" dirty="0">
              <a:solidFill>
                <a:srgbClr val="3C3C3C"/>
              </a:solidFill>
              <a:latin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DC285CA7-1730-6FCB-3EFA-9BDA74601C3E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83781BB-453F-8C50-1984-7558CF122FDE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0A2E25D5-81A6-C1EA-800E-08C21E016002}"/>
              </a:ext>
            </a:extLst>
          </p:cNvPr>
          <p:cNvSpPr txBox="1"/>
          <p:nvPr/>
        </p:nvSpPr>
        <p:spPr>
          <a:xfrm>
            <a:off x="6343536" y="1466869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07/2026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D2AD4870-907A-5D76-538C-F76E1FCEF1D4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413D3B8-D0DC-A76C-91B1-550E50B6F4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5E523E6-1574-8355-6944-6A6197EC145C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83885B5-5385-2429-7358-D99CA2421290}"/>
              </a:ext>
            </a:extLst>
          </p:cNvPr>
          <p:cNvSpPr txBox="1"/>
          <p:nvPr/>
        </p:nvSpPr>
        <p:spPr>
          <a:xfrm>
            <a:off x="-189350" y="8141378"/>
            <a:ext cx="2391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GME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ESTRUTURAS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6657DB0-4CCB-8BA3-17CE-93F3435FF4AB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D803422C-3F8D-DCBE-96E9-9339DA5054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30" r="16430"/>
          <a:stretch/>
        </p:blipFill>
        <p:spPr>
          <a:xfrm>
            <a:off x="13658686" y="5363108"/>
            <a:ext cx="3368221" cy="376257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E95F2E20-1C0F-E121-E852-FCE1E207F4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30" r="16430"/>
          <a:stretch/>
        </p:blipFill>
        <p:spPr>
          <a:xfrm>
            <a:off x="13658691" y="1600537"/>
            <a:ext cx="3368216" cy="376257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46538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19F63-8A79-2B13-7934-6503B71BD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A4F26BD9-2523-E8A1-9421-6125A0E307B3}"/>
              </a:ext>
            </a:extLst>
          </p:cNvPr>
          <p:cNvSpPr txBox="1"/>
          <p:nvPr/>
        </p:nvSpPr>
        <p:spPr>
          <a:xfrm>
            <a:off x="3784136" y="2874435"/>
            <a:ext cx="7981143" cy="3270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Implantação de obras de arte corrente - bueiros - em cinco municípios do estado de Goiás: Aragoiânia, Guapó, Hidrolândia, Itaguari e São Francisco de Goiás.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03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25 Bueiros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R$ 11.388.335,62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3,7%</a:t>
            </a:r>
            <a:endParaRPr lang="pt-BR" dirty="0">
              <a:solidFill>
                <a:srgbClr val="3C3C3C"/>
              </a:solidFill>
              <a:latin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AC65037D-B13E-6320-6A55-F0310C06FF07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FD5FB474-D0DE-9245-5298-EFBF8B9636AD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5523873F-DE01-740E-E3E0-3C461EAB9D16}"/>
              </a:ext>
            </a:extLst>
          </p:cNvPr>
          <p:cNvSpPr txBox="1"/>
          <p:nvPr/>
        </p:nvSpPr>
        <p:spPr>
          <a:xfrm>
            <a:off x="6206376" y="1466603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153/2025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4808B5E4-27ED-FDE1-32E5-BD1BD16B0373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56FB241-0895-61BF-B929-D7CF92F4E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91" r="26091"/>
          <a:stretch/>
        </p:blipFill>
        <p:spPr>
          <a:xfrm>
            <a:off x="13439615" y="108685"/>
            <a:ext cx="3663876" cy="4307816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1BB1424-6896-CE27-7DD8-DE880C91F4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53" r="27153"/>
          <a:stretch/>
        </p:blipFill>
        <p:spPr>
          <a:xfrm>
            <a:off x="13330590" y="4577639"/>
            <a:ext cx="3609127" cy="4442906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E6B27681-B904-0392-842C-2817DAA1FE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4" name="Retângulo 23">
            <a:extLst>
              <a:ext uri="{FF2B5EF4-FFF2-40B4-BE49-F238E27FC236}">
                <a16:creationId xmlns:a16="http://schemas.microsoft.com/office/drawing/2014/main" id="{83FA0859-D281-5024-B43B-50BBDA56FA0D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4C802D8-6A6B-AF22-D800-19483C34B409}"/>
              </a:ext>
            </a:extLst>
          </p:cNvPr>
          <p:cNvSpPr txBox="1"/>
          <p:nvPr/>
        </p:nvSpPr>
        <p:spPr>
          <a:xfrm>
            <a:off x="-189350" y="8141378"/>
            <a:ext cx="2391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GME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ESTRUTURAS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82442904-22B7-1A0C-E6A3-B57ABD3F62FF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4052450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71DB6-6350-C268-552E-7025CFBBC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52ED3171-103B-BDBE-5147-A815D9B135D3}"/>
              </a:ext>
            </a:extLst>
          </p:cNvPr>
          <p:cNvSpPr txBox="1"/>
          <p:nvPr/>
        </p:nvSpPr>
        <p:spPr>
          <a:xfrm>
            <a:off x="3784136" y="2874435"/>
            <a:ext cx="7981143" cy="3270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Implantação de obras de arte corrente - bueiros - em seis municípios do estado de Goiás: Amaralina, Campos Verdes, Crixás, </a:t>
            </a:r>
            <a:r>
              <a:rPr lang="pt-BR" dirty="0" err="1">
                <a:latin typeface="Gotham" panose="020B0604020202020204"/>
              </a:rPr>
              <a:t>Mutunópolis</a:t>
            </a:r>
            <a:r>
              <a:rPr lang="pt-BR" dirty="0">
                <a:latin typeface="Gotham" panose="020B0604020202020204"/>
              </a:rPr>
              <a:t>, Porangatu e Uirapuru.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LOTE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: 04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28 Bueiros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R$ 13.714.286,03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6,5%</a:t>
            </a:r>
            <a:endParaRPr lang="pt-BR" dirty="0">
              <a:solidFill>
                <a:srgbClr val="3C3C3C"/>
              </a:solidFill>
              <a:latin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BB3B484A-7B58-A842-7FF0-5FD3F72AC242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3CF6AD84-7D0E-85EB-D05A-1EBC16F47A4E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8864965B-15C2-A21A-2DD3-FCED0D1FA01A}"/>
              </a:ext>
            </a:extLst>
          </p:cNvPr>
          <p:cNvSpPr txBox="1"/>
          <p:nvPr/>
        </p:nvSpPr>
        <p:spPr>
          <a:xfrm>
            <a:off x="6328296" y="1466869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147/2025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6BEA2F3A-BFFE-FA39-5DE3-301189BF9C0B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4D0E8EA-AA7A-6038-0CC9-14F06C0B5B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78" b="14378"/>
          <a:stretch/>
        </p:blipFill>
        <p:spPr>
          <a:xfrm>
            <a:off x="13261033" y="947692"/>
            <a:ext cx="3848637" cy="3655911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2A1D6A1D-790F-50B1-33E0-C1B88BA2A7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71" b="14171"/>
          <a:stretch/>
        </p:blipFill>
        <p:spPr>
          <a:xfrm>
            <a:off x="13261033" y="4815903"/>
            <a:ext cx="3848637" cy="3677163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8D78EEB-6737-7887-8E05-B0EFA9CA33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4" name="Retângulo 23">
            <a:extLst>
              <a:ext uri="{FF2B5EF4-FFF2-40B4-BE49-F238E27FC236}">
                <a16:creationId xmlns:a16="http://schemas.microsoft.com/office/drawing/2014/main" id="{AD7ECD44-CF44-7D18-5A0E-5C6E35F9E342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5A6E99F6-7C74-96A2-0FD3-EBD9AA5FA4E5}"/>
              </a:ext>
            </a:extLst>
          </p:cNvPr>
          <p:cNvSpPr txBox="1"/>
          <p:nvPr/>
        </p:nvSpPr>
        <p:spPr>
          <a:xfrm>
            <a:off x="-189350" y="8141378"/>
            <a:ext cx="2391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GME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ESTRUTURAS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3896B56-B62E-FD4C-186D-A8E75EBB121B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3571585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C8D54-43AC-7C7B-B496-3B39D7D1E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6ED5D4AA-B83D-77DC-CDBF-0CFF4210D4A8}"/>
              </a:ext>
            </a:extLst>
          </p:cNvPr>
          <p:cNvSpPr txBox="1"/>
          <p:nvPr/>
        </p:nvSpPr>
        <p:spPr>
          <a:xfrm>
            <a:off x="3784136" y="2874435"/>
            <a:ext cx="7981143" cy="3270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Implantação de obras de arte corrente - bueiros - em quatro municípios do estado de Goiás: Faina, Guarinos, Itapaci e Morro Agudo de Goiás.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 </a:t>
            </a:r>
            <a:r>
              <a:rPr lang="pt-BR" b="1" dirty="0">
                <a:solidFill>
                  <a:srgbClr val="3C3C3C"/>
                </a:solidFill>
                <a:latin typeface="Gotham"/>
              </a:rPr>
              <a:t>LOTE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: 05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20 Bueiros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$ 12.292.832,12</a:t>
            </a:r>
            <a:endParaRPr lang="pt-BR" dirty="0">
              <a:solidFill>
                <a:srgbClr val="3C3C3C"/>
              </a:solidFill>
              <a:latin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58,5%</a:t>
            </a:r>
            <a:endParaRPr lang="pt-BR" dirty="0">
              <a:solidFill>
                <a:srgbClr val="3C3C3C"/>
              </a:solidFill>
              <a:latin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27576471-A006-34C5-F9EE-5CF6725411D1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B5F85A90-F1A8-5467-78AE-AB72EADB752E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9DDEC4AC-BF0D-8FA5-99F6-EF1147CEDA4A}"/>
              </a:ext>
            </a:extLst>
          </p:cNvPr>
          <p:cNvSpPr txBox="1"/>
          <p:nvPr/>
        </p:nvSpPr>
        <p:spPr>
          <a:xfrm>
            <a:off x="6358776" y="1447579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135/2025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2489386F-E581-97D1-8E82-E0E14E021AED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B542E19-B90F-68B9-067F-C9EB09733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62" r="17662"/>
          <a:stretch/>
        </p:blipFill>
        <p:spPr>
          <a:xfrm>
            <a:off x="13632549" y="478870"/>
            <a:ext cx="3609127" cy="4185215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BCF0736-362B-FFC1-B543-07DE0ABA8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2" r="18032"/>
          <a:stretch/>
        </p:blipFill>
        <p:spPr>
          <a:xfrm>
            <a:off x="13589074" y="4933147"/>
            <a:ext cx="3609127" cy="4233681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64B24CE4-D2C4-C3E4-9512-B82DB71DCC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4" name="Retângulo 23">
            <a:extLst>
              <a:ext uri="{FF2B5EF4-FFF2-40B4-BE49-F238E27FC236}">
                <a16:creationId xmlns:a16="http://schemas.microsoft.com/office/drawing/2014/main" id="{35760113-5EDE-A63B-7729-BEF0A4A510A1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59467574-2306-09DD-4A39-23F051823813}"/>
              </a:ext>
            </a:extLst>
          </p:cNvPr>
          <p:cNvSpPr txBox="1"/>
          <p:nvPr/>
        </p:nvSpPr>
        <p:spPr>
          <a:xfrm>
            <a:off x="-189350" y="8141378"/>
            <a:ext cx="2391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GME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ESTRUTURAS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5470F19-8980-2809-9DD9-1E01E8CF4B18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4277457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81946-992F-3A79-E8EB-AD2995F4D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38404E82-95BE-C9DF-193B-07CAE9B0E0B4}"/>
              </a:ext>
            </a:extLst>
          </p:cNvPr>
          <p:cNvSpPr txBox="1"/>
          <p:nvPr/>
        </p:nvSpPr>
        <p:spPr>
          <a:xfrm>
            <a:off x="3784136" y="2874435"/>
            <a:ext cx="7981143" cy="3686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Contratação de empresa especializada para a implantação de obras de arte corrente - bueiros - em quatro municípios do estado de Goiás: Anápolis, Gameleira de Goiás, Goianápolis e Silvânia.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LOTE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: 06</a:t>
            </a:r>
            <a:r>
              <a:rPr lang="pt-BR" dirty="0"/>
              <a:t>​</a:t>
            </a:r>
            <a:endParaRPr lang="pt-BR" dirty="0">
              <a:solidFill>
                <a:srgbClr val="3C3C3C"/>
              </a:solidFill>
              <a:latin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20 Bueiros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R$ 10.515.207,70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97,4%</a:t>
            </a:r>
            <a:endParaRPr lang="pt-BR" dirty="0">
              <a:solidFill>
                <a:srgbClr val="3C3C3C"/>
              </a:solidFill>
              <a:latin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76B7860A-C97E-0F35-5702-2FFA982F0B70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0FAF4F37-FF8A-A230-8DCD-D5C678ED02CD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7CA3EE05-717D-1022-29C0-CB161E132B0C}"/>
              </a:ext>
            </a:extLst>
          </p:cNvPr>
          <p:cNvSpPr txBox="1"/>
          <p:nvPr/>
        </p:nvSpPr>
        <p:spPr>
          <a:xfrm>
            <a:off x="6297816" y="1451629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160/2025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0922E6DE-5207-17FC-90D5-BC2FE9EDC7B3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2822E33-291A-9761-88EB-DD2D8108E4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2" r="18032"/>
          <a:stretch/>
        </p:blipFill>
        <p:spPr>
          <a:xfrm>
            <a:off x="13589074" y="643372"/>
            <a:ext cx="3502116" cy="4108152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69A8F6BF-871E-C04E-A194-33A36916F5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2" r="18032"/>
          <a:stretch/>
        </p:blipFill>
        <p:spPr>
          <a:xfrm>
            <a:off x="13589074" y="4992300"/>
            <a:ext cx="3502116" cy="4108152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B734655-2722-032B-4D7F-CE75F28397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4" name="Retângulo 23">
            <a:extLst>
              <a:ext uri="{FF2B5EF4-FFF2-40B4-BE49-F238E27FC236}">
                <a16:creationId xmlns:a16="http://schemas.microsoft.com/office/drawing/2014/main" id="{A697DF79-F32B-478E-FEF7-7CA3DC1EFB74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7D52C09-90E2-550D-6BD1-3B8930EA58B1}"/>
              </a:ext>
            </a:extLst>
          </p:cNvPr>
          <p:cNvSpPr txBox="1"/>
          <p:nvPr/>
        </p:nvSpPr>
        <p:spPr>
          <a:xfrm>
            <a:off x="-189350" y="8141378"/>
            <a:ext cx="2391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GME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ESTRUTURAS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1AE0034-0DB5-2EC3-D43F-943BE7225B6C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2558445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43311-431A-6172-C921-7703E3A01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D9790F2A-D5F7-256D-A0CB-CE79DDEACAE6}"/>
              </a:ext>
            </a:extLst>
          </p:cNvPr>
          <p:cNvSpPr txBox="1"/>
          <p:nvPr/>
        </p:nvSpPr>
        <p:spPr>
          <a:xfrm>
            <a:off x="3784136" y="2874435"/>
            <a:ext cx="7981143" cy="4101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Contratação de empresa especializada para a execução de obras de arte corrente (OAC) em travessias localizadas em estradas vicinais nos municípios de Alto Horizonte, </a:t>
            </a:r>
            <a:r>
              <a:rPr lang="pt-BR" dirty="0" err="1">
                <a:latin typeface="Gotham" panose="020B0604020202020204"/>
              </a:rPr>
              <a:t>Campinaçu</a:t>
            </a:r>
            <a:r>
              <a:rPr lang="pt-BR" dirty="0">
                <a:latin typeface="Gotham" panose="020B0604020202020204"/>
              </a:rPr>
              <a:t>, Niquelândia, Santa Tereza de Goiás e São João d'Aliança, situados na Mesorregião Norte Goiano.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07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25 Bueiros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R$ 10.723.194,06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4,2%</a:t>
            </a:r>
            <a:endParaRPr lang="pt-BR" dirty="0">
              <a:solidFill>
                <a:srgbClr val="3C3C3C"/>
              </a:solidFill>
              <a:latin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8F845602-ECA9-B666-7E97-F7477A6E4521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480E3CB8-115F-894C-A6B2-D82F98C681A8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B8BDE270-2DCE-9BD8-1D8D-9ADB90500AF6}"/>
              </a:ext>
            </a:extLst>
          </p:cNvPr>
          <p:cNvSpPr txBox="1"/>
          <p:nvPr/>
        </p:nvSpPr>
        <p:spPr>
          <a:xfrm>
            <a:off x="6297816" y="1451629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163/2025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8F24E7F5-C1DC-1309-3B75-3C41BE9C0EE2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99945E7-3A33-1F2A-8F64-7E5A400702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11" b="6011"/>
          <a:stretch/>
        </p:blipFill>
        <p:spPr>
          <a:xfrm>
            <a:off x="13589074" y="643372"/>
            <a:ext cx="3502116" cy="4108152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8E11E7AF-3A4B-346F-29EE-2508F2378C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11" b="6011"/>
          <a:stretch/>
        </p:blipFill>
        <p:spPr>
          <a:xfrm>
            <a:off x="13589074" y="4992300"/>
            <a:ext cx="3502116" cy="4108152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B3857E9-EEB3-7513-8C94-305C0E7F99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4" name="Retângulo 23">
            <a:extLst>
              <a:ext uri="{FF2B5EF4-FFF2-40B4-BE49-F238E27FC236}">
                <a16:creationId xmlns:a16="http://schemas.microsoft.com/office/drawing/2014/main" id="{D6287CC8-1138-275C-38EB-3995E3DED462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09FAA06-E492-07BB-3E65-160E42F6270F}"/>
              </a:ext>
            </a:extLst>
          </p:cNvPr>
          <p:cNvSpPr txBox="1"/>
          <p:nvPr/>
        </p:nvSpPr>
        <p:spPr>
          <a:xfrm>
            <a:off x="-189350" y="8141378"/>
            <a:ext cx="2391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GME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ESTRUTURAS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ECFC939-2E6E-9896-EFEE-245F49562368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659680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28396-E107-C268-35EC-A4EB3AF34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3BA63E54-E7C7-038A-303B-337F985833CE}"/>
              </a:ext>
            </a:extLst>
          </p:cNvPr>
          <p:cNvSpPr txBox="1"/>
          <p:nvPr/>
        </p:nvSpPr>
        <p:spPr>
          <a:xfrm>
            <a:off x="3784136" y="2874435"/>
            <a:ext cx="7981143" cy="3686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Contratação de empresa especializada para a implantação de obras de arte corrente – bueiros – em cinco municípios do estado de Goiás: Cezarina, Montividiu, Paraúna, Pontalina e Porteirão.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08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20 Bueiros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R$ 9.966.253,38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23,2%</a:t>
            </a:r>
            <a:endParaRPr lang="pt-BR" dirty="0">
              <a:solidFill>
                <a:srgbClr val="3C3C3C"/>
              </a:solidFill>
              <a:latin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10A461EF-6B98-94DE-E9BA-5B4C30BB95D0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407BF031-AAE4-C15E-FFB8-65F519B5FCC7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C4693C00-C119-125A-CD3E-AE509A311C1A}"/>
              </a:ext>
            </a:extLst>
          </p:cNvPr>
          <p:cNvSpPr txBox="1"/>
          <p:nvPr/>
        </p:nvSpPr>
        <p:spPr>
          <a:xfrm>
            <a:off x="6297816" y="1451629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69/2026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27E31FB5-F445-1C7F-726B-3560A7B4D712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C11D4B6-A74F-2F77-8FF6-BB3AF88313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2" r="18032"/>
          <a:stretch/>
        </p:blipFill>
        <p:spPr>
          <a:xfrm>
            <a:off x="13589074" y="643372"/>
            <a:ext cx="3502116" cy="4108152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B78D4B21-F386-8389-4F3A-F1F7B1562A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2" r="18032"/>
          <a:stretch/>
        </p:blipFill>
        <p:spPr>
          <a:xfrm>
            <a:off x="13589074" y="4992300"/>
            <a:ext cx="3502116" cy="4108152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D2D0B3E-9AC0-F7E4-748D-C9D86454D5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4" name="Retângulo 23">
            <a:extLst>
              <a:ext uri="{FF2B5EF4-FFF2-40B4-BE49-F238E27FC236}">
                <a16:creationId xmlns:a16="http://schemas.microsoft.com/office/drawing/2014/main" id="{7C99B0CD-A7FE-607F-7A88-26AF0ECB31AA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3A07BC7-6478-660D-C8EB-8237563F7B03}"/>
              </a:ext>
            </a:extLst>
          </p:cNvPr>
          <p:cNvSpPr txBox="1"/>
          <p:nvPr/>
        </p:nvSpPr>
        <p:spPr>
          <a:xfrm>
            <a:off x="-189350" y="8141378"/>
            <a:ext cx="2391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GME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ESTRUTURAS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2FD63CA-EB7A-B7F0-98C5-FDF8A3339FD5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2476694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24BF6-2669-BBC1-D936-5CCC0A1A8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E666B579-6DDB-809A-35C4-68A0CD66BD51}"/>
              </a:ext>
            </a:extLst>
          </p:cNvPr>
          <p:cNvSpPr txBox="1"/>
          <p:nvPr/>
        </p:nvSpPr>
        <p:spPr>
          <a:xfrm>
            <a:off x="3784136" y="2874435"/>
            <a:ext cx="7981143" cy="3686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Contratação de empresa especializada para a implantação de obras de arte corrente – bueiros – em quarto municípios do estado de Goiás: </a:t>
            </a:r>
            <a:r>
              <a:rPr lang="pt-BR" dirty="0" err="1">
                <a:latin typeface="Gotham" panose="020B0604020202020204"/>
              </a:rPr>
              <a:t>Araçu</a:t>
            </a:r>
            <a:r>
              <a:rPr lang="pt-BR" dirty="0">
                <a:latin typeface="Gotham" panose="020B0604020202020204"/>
              </a:rPr>
              <a:t>, Inhumas, Itaberaí e Santa Rosa de Goiás.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09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20 Bueiros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</a:t>
            </a:r>
            <a:r>
              <a:rPr lang="pt-BR" dirty="0">
                <a:latin typeface="Gotham" panose="020B0604020202020204"/>
              </a:rPr>
              <a:t>10.254.024,94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5%</a:t>
            </a:r>
            <a:endParaRPr lang="pt-BR" dirty="0">
              <a:solidFill>
                <a:srgbClr val="3C3C3C"/>
              </a:solidFill>
              <a:latin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E7C49D4E-85CF-F93D-6514-722C0E195984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51FCC912-86A3-2CB1-0E89-77A658A47820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66E8C5C4-91E0-5B87-6EC1-ADF22D9BA527}"/>
              </a:ext>
            </a:extLst>
          </p:cNvPr>
          <p:cNvSpPr txBox="1"/>
          <p:nvPr/>
        </p:nvSpPr>
        <p:spPr>
          <a:xfrm>
            <a:off x="6297816" y="1451629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82/2026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F2A53ECC-8E17-4476-D6EB-1A8897EE9185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4A5ED71-7F70-393E-8F85-2FA7989E0A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2" r="18032"/>
          <a:stretch/>
        </p:blipFill>
        <p:spPr>
          <a:xfrm>
            <a:off x="13589074" y="643372"/>
            <a:ext cx="3502116" cy="4108152"/>
          </a:xfrm>
          <a:prstGeom prst="round2DiagRect">
            <a:avLst>
              <a:gd name="adj1" fmla="val 17384"/>
              <a:gd name="adj2" fmla="val 0"/>
            </a:avLst>
          </a:prstGeom>
          <a:noFill/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EEE29C8D-D9DA-D5AB-11B8-07800793A7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2" r="18032"/>
          <a:stretch/>
        </p:blipFill>
        <p:spPr>
          <a:xfrm>
            <a:off x="13589074" y="4992300"/>
            <a:ext cx="3502116" cy="4108152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65EB13F-DAC7-0C50-2E9D-7F681FEB57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4" name="Retângulo 23">
            <a:extLst>
              <a:ext uri="{FF2B5EF4-FFF2-40B4-BE49-F238E27FC236}">
                <a16:creationId xmlns:a16="http://schemas.microsoft.com/office/drawing/2014/main" id="{793DF4D8-8261-3729-3226-741C613514BC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B9DE522-A0CA-F406-CA14-8B37AB7F7D0F}"/>
              </a:ext>
            </a:extLst>
          </p:cNvPr>
          <p:cNvSpPr txBox="1"/>
          <p:nvPr/>
        </p:nvSpPr>
        <p:spPr>
          <a:xfrm>
            <a:off x="-189350" y="8141378"/>
            <a:ext cx="2391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GME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ESTRUTURAS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1275CFA-A733-0519-19E8-05F8520BBF2E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3470670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CC646-EDBC-B278-DDAB-A9BCA7987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95528560-82B7-5406-CC6D-14B123F8A7BD}"/>
              </a:ext>
            </a:extLst>
          </p:cNvPr>
          <p:cNvSpPr txBox="1"/>
          <p:nvPr/>
        </p:nvSpPr>
        <p:spPr>
          <a:xfrm>
            <a:off x="3784136" y="2874435"/>
            <a:ext cx="7981143" cy="3686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Contratação de empresa especializada para a implantação de obras de arte corrente – bueiros – em cinco municípios do estado de Goiás: </a:t>
            </a:r>
            <a:r>
              <a:rPr lang="pt-BR" dirty="0">
                <a:latin typeface="Gotham"/>
                <a:ea typeface="+mn-lt"/>
                <a:cs typeface="+mn-lt"/>
              </a:rPr>
              <a:t>Abadia de Goiás, Indiara, Palminópolis, Turvânia e Varjão.</a:t>
            </a:r>
            <a:endParaRPr lang="pt-BR" dirty="0">
              <a:latin typeface="Gotham" panose="020B0604020202020204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10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20 Bueiros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</a:t>
            </a:r>
            <a:r>
              <a:rPr lang="pt-BR" dirty="0">
                <a:latin typeface="Gotham" panose="020B0604020202020204"/>
              </a:rPr>
              <a:t>11.252.850,30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1,7%</a:t>
            </a:r>
            <a:endParaRPr lang="pt-BR" dirty="0">
              <a:solidFill>
                <a:srgbClr val="3C3C3C"/>
              </a:solidFill>
              <a:latin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9B1C3925-1B76-B6B7-2F4D-F170E8B709C7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800B417A-78D7-0F45-7B9A-0A0C16A03269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390E1D33-A246-D2F2-5E29-7E00AD0790DD}"/>
              </a:ext>
            </a:extLst>
          </p:cNvPr>
          <p:cNvSpPr txBox="1"/>
          <p:nvPr/>
        </p:nvSpPr>
        <p:spPr>
          <a:xfrm>
            <a:off x="6297816" y="1408087"/>
            <a:ext cx="5629230" cy="756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140/2026</a:t>
            </a:r>
            <a:endParaRPr lang="en-US" sz="2000" b="1" dirty="0">
              <a:solidFill>
                <a:srgbClr val="FF0000"/>
              </a:solidFill>
              <a:ea typeface="+mn-lt"/>
              <a:cs typeface="+mn-lt"/>
              <a:sym typeface="Gotham Bold"/>
            </a:endParaRP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991D266D-2D75-2977-36F1-4239B5208F94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ED814AF-D986-7F3E-7DC6-F5942E2397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4" name="Retângulo 23">
            <a:extLst>
              <a:ext uri="{FF2B5EF4-FFF2-40B4-BE49-F238E27FC236}">
                <a16:creationId xmlns:a16="http://schemas.microsoft.com/office/drawing/2014/main" id="{A86B44A8-6FF6-8DE1-3569-48906A3EE36E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A24FA89-4FE6-DFE2-8C86-A874A4D3A0DF}"/>
              </a:ext>
            </a:extLst>
          </p:cNvPr>
          <p:cNvSpPr txBox="1"/>
          <p:nvPr/>
        </p:nvSpPr>
        <p:spPr>
          <a:xfrm>
            <a:off x="-189350" y="8141378"/>
            <a:ext cx="2391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GME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ESTRUTURAS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805040DC-8C02-2598-F3F0-5E993221FAC2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240757367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226D6-96C4-02FC-3CFD-012DBBD43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31E3E8A4-F084-D3EE-FDA3-1B7A19CCD220}"/>
              </a:ext>
            </a:extLst>
          </p:cNvPr>
          <p:cNvSpPr txBox="1"/>
          <p:nvPr/>
        </p:nvSpPr>
        <p:spPr>
          <a:xfrm>
            <a:off x="3784136" y="2874435"/>
            <a:ext cx="7981143" cy="3686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Contratação de empresa especializada para a implantação de obras de arte corrente – bueiros – em cinco municípios do estado de Goiás: </a:t>
            </a:r>
            <a:r>
              <a:rPr lang="pt-BR" dirty="0">
                <a:latin typeface="Gotham"/>
                <a:ea typeface="+mn-lt"/>
                <a:cs typeface="+mn-lt"/>
              </a:rPr>
              <a:t>Água Fria de Goiás, Mimoso de Goiás, Padre Bernardo, Planaltina e Vila Propício.</a:t>
            </a:r>
            <a:endParaRPr lang="pt-BR" dirty="0">
              <a:latin typeface="Gotham" panose="020B0604020202020204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11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24 Bueiros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</a:rPr>
              <a:t>13.733.180,61</a:t>
            </a:r>
            <a:endParaRPr lang="pt-BR" dirty="0">
              <a:latin typeface="Gotham" panose="020B0604020202020204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0%</a:t>
            </a:r>
            <a:endParaRPr lang="pt-BR" dirty="0">
              <a:solidFill>
                <a:srgbClr val="3C3C3C"/>
              </a:solidFill>
              <a:latin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DFB2308E-2079-5979-9AE2-4F3C2423BE15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21896441-FEF3-F370-B576-0BB830245152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4202A825-C2C4-54ED-E236-B656374D2650}"/>
              </a:ext>
            </a:extLst>
          </p:cNvPr>
          <p:cNvSpPr txBox="1"/>
          <p:nvPr/>
        </p:nvSpPr>
        <p:spPr>
          <a:xfrm>
            <a:off x="3598159" y="1386316"/>
            <a:ext cx="8318001" cy="762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138/2026</a:t>
            </a:r>
            <a:endParaRPr lang="en-US" sz="2000" b="1" dirty="0">
              <a:solidFill>
                <a:srgbClr val="FF0000"/>
              </a:solidFill>
              <a:latin typeface="Gotham Bold"/>
              <a:ea typeface="Gotham Bold"/>
              <a:cs typeface="Gotham Bold"/>
            </a:endParaRP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656C9E78-C4AA-C950-33FC-140E87A7D6CF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BBDD652-263D-6769-0716-4AC4E79A5C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4" name="Retângulo 23">
            <a:extLst>
              <a:ext uri="{FF2B5EF4-FFF2-40B4-BE49-F238E27FC236}">
                <a16:creationId xmlns:a16="http://schemas.microsoft.com/office/drawing/2014/main" id="{C62B9F33-6D41-55C7-0C62-8F6F8F73193D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9D5C33BD-92C9-FAA9-4DA3-A2BE3E2032AD}"/>
              </a:ext>
            </a:extLst>
          </p:cNvPr>
          <p:cNvSpPr txBox="1"/>
          <p:nvPr/>
        </p:nvSpPr>
        <p:spPr>
          <a:xfrm>
            <a:off x="-189350" y="8141378"/>
            <a:ext cx="2391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GME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ESTRUTURAS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D26BBC0-1F71-942E-082E-DF3F56E4B7D8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178606630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D77DFEAF9D094E9A75E4137E454D23" ma:contentTypeVersion="18" ma:contentTypeDescription="Crie um novo documento." ma:contentTypeScope="" ma:versionID="40a8e43dca7963e48a2fdfb70321ef92">
  <xsd:schema xmlns:xsd="http://www.w3.org/2001/XMLSchema" xmlns:xs="http://www.w3.org/2001/XMLSchema" xmlns:p="http://schemas.microsoft.com/office/2006/metadata/properties" xmlns:ns2="4e8751e5-3848-4b34-b242-30c4c2c4c979" xmlns:ns3="601e7d48-2183-4f89-9c5e-88ac28e28b7b" targetNamespace="http://schemas.microsoft.com/office/2006/metadata/properties" ma:root="true" ma:fieldsID="6d1c990e1239846d83663518dc2c1d47" ns2:_="" ns3:_="">
    <xsd:import namespace="4e8751e5-3848-4b34-b242-30c4c2c4c979"/>
    <xsd:import namespace="601e7d48-2183-4f89-9c5e-88ac28e28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Observa_x00e7__x00e3_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8751e5-3848-4b34-b242-30c4c2c4c9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Marcações de imagem" ma:readOnly="false" ma:fieldId="{5cf76f15-5ced-4ddc-b409-7134ff3c332f}" ma:taxonomyMulti="true" ma:sspId="f7517e60-a805-48cd-bbb9-1677eda333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Observa_x00e7__x00e3_o" ma:index="22" nillable="true" ma:displayName="Observação " ma:internalName="Observa_x00e7__x00e3_o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1e7d48-2183-4f89-9c5e-88ac28e28b7b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e8751e5-3848-4b34-b242-30c4c2c4c979">
      <Terms xmlns="http://schemas.microsoft.com/office/infopath/2007/PartnerControls"/>
    </lcf76f155ced4ddcb4097134ff3c332f>
    <Observa_x00e7__x00e3_o xmlns="4e8751e5-3848-4b34-b242-30c4c2c4c97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A9E4198-EA76-41D1-BA93-5C0E022BEA68}">
  <ds:schemaRefs>
    <ds:schemaRef ds:uri="4e8751e5-3848-4b34-b242-30c4c2c4c979"/>
    <ds:schemaRef ds:uri="601e7d48-2183-4f89-9c5e-88ac28e28b7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619BDC2-EB4D-4233-A3E2-6B24AF9BD0D0}">
  <ds:schemaRefs>
    <ds:schemaRef ds:uri="http://schemas.microsoft.com/office/infopath/2007/PartnerControls"/>
    <ds:schemaRef ds:uri="http://schemas.microsoft.com/office/2006/documentManagement/types"/>
    <ds:schemaRef ds:uri="601e7d48-2183-4f89-9c5e-88ac28e28b7b"/>
    <ds:schemaRef ds:uri="http://purl.org/dc/dcmitype/"/>
    <ds:schemaRef ds:uri="http://www.w3.org/XML/1998/namespace"/>
    <ds:schemaRef ds:uri="http://purl.org/dc/terms/"/>
    <ds:schemaRef ds:uri="http://purl.org/dc/elements/1.1/"/>
    <ds:schemaRef ds:uri="4e8751e5-3848-4b34-b242-30c4c2c4c979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11A2A412-8849-494A-AD62-849C3350744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22040</TotalTime>
  <Words>848</Words>
  <Application>Microsoft Office PowerPoint</Application>
  <PresentationFormat>Personalizar</PresentationFormat>
  <Paragraphs>163</Paragraphs>
  <Slides>12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Gotham Light</vt:lpstr>
      <vt:lpstr>Arial</vt:lpstr>
      <vt:lpstr>Gotham</vt:lpstr>
      <vt:lpstr>Calibri</vt:lpstr>
      <vt:lpstr>Gotham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Cópia de Apresentação - Governo Goiás</dc:title>
  <dc:creator>Maykell Mendes Guimaraes</dc:creator>
  <cp:lastModifiedBy>Lucas Nogueira Lopes</cp:lastModifiedBy>
  <cp:revision>181</cp:revision>
  <dcterms:created xsi:type="dcterms:W3CDTF">2006-08-16T00:00:00Z</dcterms:created>
  <dcterms:modified xsi:type="dcterms:W3CDTF">2026-07-15T19:54:50Z</dcterms:modified>
  <dc:identifier>DAGdyuBx1aE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0x010100AFD77DFEAF9D094E9A75E4137E454D23</vt:lpwstr>
  </property>
  <property fmtid="{D5CDD505-2E9C-101B-9397-08002B2CF9AE}" pid="3" name="MediaServiceImageTags">
    <vt:lpwstr/>
  </property>
  <property fmtid="{D5CDD505-2E9C-101B-9397-08002B2CF9AE}" pid="4" name="JullianaGentil">
    <vt:lpwstr/>
  </property>
</Properties>
</file>