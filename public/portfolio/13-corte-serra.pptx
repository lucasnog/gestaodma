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298" r:id="rId5"/>
    <p:sldId id="489" r:id="rId6"/>
    <p:sldId id="610" r:id="rId7"/>
    <p:sldId id="603" r:id="rId8"/>
    <p:sldId id="607" r:id="rId9"/>
  </p:sldIdLst>
  <p:sldSz cx="18288000" cy="10287000"/>
  <p:notesSz cx="6858000" cy="9144000"/>
  <p:embeddedFontLst>
    <p:embeddedFont>
      <p:font typeface="Gotham" panose="020B0604020202020204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 snapToGrid="0">
      <p:cViewPr varScale="1">
        <p:scale>
          <a:sx n="69" d="100"/>
          <a:sy n="69" d="100"/>
        </p:scale>
        <p:origin x="100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Lucas da Silva" userId="S::fernando.lsilva@fornecedores.goias.gov.br::4aa7c1a5-eb38-4102-a74c-b2db1fc1a0bf" providerId="AD" clId="Web-{E3DD89F7-0F7D-6F9B-BB5C-E5310D17B82C}"/>
    <pc:docChg chg="modSld">
      <pc:chgData name="Fernando Lucas da Silva" userId="S::fernando.lsilva@fornecedores.goias.gov.br::4aa7c1a5-eb38-4102-a74c-b2db1fc1a0bf" providerId="AD" clId="Web-{E3DD89F7-0F7D-6F9B-BB5C-E5310D17B82C}" dt="2026-07-13T19:05:22.729" v="0" actId="20577"/>
      <pc:docMkLst>
        <pc:docMk/>
      </pc:docMkLst>
      <pc:sldChg chg="modSp">
        <pc:chgData name="Fernando Lucas da Silva" userId="S::fernando.lsilva@fornecedores.goias.gov.br::4aa7c1a5-eb38-4102-a74c-b2db1fc1a0bf" providerId="AD" clId="Web-{E3DD89F7-0F7D-6F9B-BB5C-E5310D17B82C}" dt="2026-07-13T19:05:22.729" v="0" actId="20577"/>
        <pc:sldMkLst>
          <pc:docMk/>
          <pc:sldMk cId="3026230616" sldId="298"/>
        </pc:sldMkLst>
        <pc:spChg chg="mod">
          <ac:chgData name="Fernando Lucas da Silva" userId="S::fernando.lsilva@fornecedores.goias.gov.br::4aa7c1a5-eb38-4102-a74c-b2db1fc1a0bf" providerId="AD" clId="Web-{E3DD89F7-0F7D-6F9B-BB5C-E5310D17B82C}" dt="2026-07-13T19:05:22.729" v="0" actId="20577"/>
          <ac:spMkLst>
            <pc:docMk/>
            <pc:sldMk cId="3026230616" sldId="298"/>
            <ac:spMk id="22" creationId="{829C1E78-147C-315A-EE2C-65960AD9ADFE}"/>
          </ac:spMkLst>
        </pc:spChg>
      </pc:sldChg>
    </pc:docChg>
  </pc:docChgLst>
  <pc:docChgLst>
    <pc:chgData name="Fernando Lucas da Silva" userId="S::fernando.lsilva@fornecedores.goias.gov.br::4aa7c1a5-eb38-4102-a74c-b2db1fc1a0bf" providerId="AD" clId="Web-{575CCF70-8186-03AF-4F0B-E68FD480A36E}"/>
    <pc:docChg chg="modSld">
      <pc:chgData name="Fernando Lucas da Silva" userId="S::fernando.lsilva@fornecedores.goias.gov.br::4aa7c1a5-eb38-4102-a74c-b2db1fc1a0bf" providerId="AD" clId="Web-{575CCF70-8186-03AF-4F0B-E68FD480A36E}" dt="2026-07-13T19:01:21.315" v="25" actId="20577"/>
      <pc:docMkLst>
        <pc:docMk/>
      </pc:docMkLst>
      <pc:sldChg chg="modSp">
        <pc:chgData name="Fernando Lucas da Silva" userId="S::fernando.lsilva@fornecedores.goias.gov.br::4aa7c1a5-eb38-4102-a74c-b2db1fc1a0bf" providerId="AD" clId="Web-{575CCF70-8186-03AF-4F0B-E68FD480A36E}" dt="2026-07-13T19:01:21.315" v="25" actId="20577"/>
        <pc:sldMkLst>
          <pc:docMk/>
          <pc:sldMk cId="3026230616" sldId="298"/>
        </pc:sldMkLst>
        <pc:spChg chg="mod">
          <ac:chgData name="Fernando Lucas da Silva" userId="S::fernando.lsilva@fornecedores.goias.gov.br::4aa7c1a5-eb38-4102-a74c-b2db1fc1a0bf" providerId="AD" clId="Web-{575CCF70-8186-03AF-4F0B-E68FD480A36E}" dt="2026-07-13T18:57:19.781" v="14" actId="20577"/>
          <ac:spMkLst>
            <pc:docMk/>
            <pc:sldMk cId="3026230616" sldId="298"/>
            <ac:spMk id="18" creationId="{9E7897DB-FE2C-DECF-6E56-90A7A241DEA1}"/>
          </ac:spMkLst>
        </pc:spChg>
        <pc:spChg chg="mod">
          <ac:chgData name="Fernando Lucas da Silva" userId="S::fernando.lsilva@fornecedores.goias.gov.br::4aa7c1a5-eb38-4102-a74c-b2db1fc1a0bf" providerId="AD" clId="Web-{575CCF70-8186-03AF-4F0B-E68FD480A36E}" dt="2026-07-13T19:01:21.315" v="25" actId="20577"/>
          <ac:spMkLst>
            <pc:docMk/>
            <pc:sldMk cId="3026230616" sldId="298"/>
            <ac:spMk id="22" creationId="{829C1E78-147C-315A-EE2C-65960AD9ADFE}"/>
          </ac:spMkLst>
        </pc:spChg>
        <pc:spChg chg="mod">
          <ac:chgData name="Fernando Lucas da Silva" userId="S::fernando.lsilva@fornecedores.goias.gov.br::4aa7c1a5-eb38-4102-a74c-b2db1fc1a0bf" providerId="AD" clId="Web-{575CCF70-8186-03AF-4F0B-E68FD480A36E}" dt="2026-07-13T18:47:58.196" v="10" actId="20577"/>
          <ac:spMkLst>
            <pc:docMk/>
            <pc:sldMk cId="3026230616" sldId="298"/>
            <ac:spMk id="26" creationId="{39C26D43-676B-D53E-7785-482AA6FE2A5C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undo custSel delSld modSld">
      <pc:chgData name="Lucas Nogueira Lopes" userId="b4794c58-b96d-4e49-8f1f-2dabfe8a9e6e" providerId="ADAL" clId="{816383E1-CDCA-4CC2-B79A-A3F515FC65D6}" dt="2026-07-22T14:04:58.032" v="457"/>
      <pc:docMkLst>
        <pc:docMk/>
      </pc:docMkLst>
      <pc:sldChg chg="modSp mod">
        <pc:chgData name="Lucas Nogueira Lopes" userId="b4794c58-b96d-4e49-8f1f-2dabfe8a9e6e" providerId="ADAL" clId="{816383E1-CDCA-4CC2-B79A-A3F515FC65D6}" dt="2026-07-22T14:04:58.032" v="457"/>
        <pc:sldMkLst>
          <pc:docMk/>
          <pc:sldMk cId="3026230616" sldId="298"/>
        </pc:sldMkLst>
        <pc:spChg chg="mod">
          <ac:chgData name="Lucas Nogueira Lopes" userId="b4794c58-b96d-4e49-8f1f-2dabfe8a9e6e" providerId="ADAL" clId="{816383E1-CDCA-4CC2-B79A-A3F515FC65D6}" dt="2026-07-22T14:03:01.084" v="456" actId="20577"/>
          <ac:spMkLst>
            <pc:docMk/>
            <pc:sldMk cId="3026230616" sldId="298"/>
            <ac:spMk id="22" creationId="{829C1E78-147C-315A-EE2C-65960AD9ADFE}"/>
          </ac:spMkLst>
        </pc:spChg>
        <pc:spChg chg="mod">
          <ac:chgData name="Lucas Nogueira Lopes" userId="b4794c58-b96d-4e49-8f1f-2dabfe8a9e6e" providerId="ADAL" clId="{816383E1-CDCA-4CC2-B79A-A3F515FC65D6}" dt="2026-07-22T14:04:58.032" v="457"/>
          <ac:spMkLst>
            <pc:docMk/>
            <pc:sldMk cId="3026230616" sldId="298"/>
            <ac:spMk id="26" creationId="{39C26D43-676B-D53E-7785-482AA6FE2A5C}"/>
          </ac:spMkLst>
        </pc:spChg>
        <pc:picChg chg="mod">
          <ac:chgData name="Lucas Nogueira Lopes" userId="b4794c58-b96d-4e49-8f1f-2dabfe8a9e6e" providerId="ADAL" clId="{816383E1-CDCA-4CC2-B79A-A3F515FC65D6}" dt="2026-07-21T19:14:19.869" v="452" actId="1038"/>
          <ac:picMkLst>
            <pc:docMk/>
            <pc:sldMk cId="3026230616" sldId="298"/>
            <ac:picMk id="12" creationId="{28D11C65-F24D-0161-67CC-D11253C62594}"/>
          </ac:picMkLst>
        </pc:picChg>
      </pc:sldChg>
      <pc:sldChg chg="addSp modSp mod">
        <pc:chgData name="Lucas Nogueira Lopes" userId="b4794c58-b96d-4e49-8f1f-2dabfe8a9e6e" providerId="ADAL" clId="{816383E1-CDCA-4CC2-B79A-A3F515FC65D6}" dt="2026-07-22T14:02:45.904" v="453"/>
        <pc:sldMkLst>
          <pc:docMk/>
          <pc:sldMk cId="1999289246" sldId="489"/>
        </pc:sldMkLst>
        <pc:spChg chg="mod">
          <ac:chgData name="Lucas Nogueira Lopes" userId="b4794c58-b96d-4e49-8f1f-2dabfe8a9e6e" providerId="ADAL" clId="{816383E1-CDCA-4CC2-B79A-A3F515FC65D6}" dt="2026-07-22T14:02:45.904" v="453"/>
          <ac:spMkLst>
            <pc:docMk/>
            <pc:sldMk cId="1999289246" sldId="489"/>
            <ac:spMk id="7" creationId="{B0DFB1AD-D94A-7C1B-EBDE-3BC766E336B2}"/>
          </ac:spMkLst>
        </pc:spChg>
        <pc:spChg chg="mod">
          <ac:chgData name="Lucas Nogueira Lopes" userId="b4794c58-b96d-4e49-8f1f-2dabfe8a9e6e" providerId="ADAL" clId="{816383E1-CDCA-4CC2-B79A-A3F515FC65D6}" dt="2026-07-22T14:02:45.904" v="453"/>
          <ac:spMkLst>
            <pc:docMk/>
            <pc:sldMk cId="1999289246" sldId="489"/>
            <ac:spMk id="9" creationId="{6A4DBEEC-097C-0910-147A-E25AA087FD78}"/>
          </ac:spMkLst>
        </pc:spChg>
        <pc:spChg chg="add mod">
          <ac:chgData name="Lucas Nogueira Lopes" userId="b4794c58-b96d-4e49-8f1f-2dabfe8a9e6e" providerId="ADAL" clId="{816383E1-CDCA-4CC2-B79A-A3F515FC65D6}" dt="2026-07-22T14:02:45.904" v="453"/>
          <ac:spMkLst>
            <pc:docMk/>
            <pc:sldMk cId="1999289246" sldId="489"/>
            <ac:spMk id="10" creationId="{BE3374DA-2E2B-0D7E-278A-5D971176C5E7}"/>
          </ac:spMkLst>
        </pc:spChg>
        <pc:grpChg chg="add mod">
          <ac:chgData name="Lucas Nogueira Lopes" userId="b4794c58-b96d-4e49-8f1f-2dabfe8a9e6e" providerId="ADAL" clId="{816383E1-CDCA-4CC2-B79A-A3F515FC65D6}" dt="2026-07-22T14:02:45.904" v="453"/>
          <ac:grpSpMkLst>
            <pc:docMk/>
            <pc:sldMk cId="1999289246" sldId="489"/>
            <ac:grpSpMk id="6" creationId="{B612D2E8-AA67-D33D-D911-B86CFE284A3A}"/>
          </ac:grpSpMkLst>
        </pc:grpChg>
        <pc:grpChg chg="add mod">
          <ac:chgData name="Lucas Nogueira Lopes" userId="b4794c58-b96d-4e49-8f1f-2dabfe8a9e6e" providerId="ADAL" clId="{816383E1-CDCA-4CC2-B79A-A3F515FC65D6}" dt="2026-07-22T14:02:45.904" v="453"/>
          <ac:grpSpMkLst>
            <pc:docMk/>
            <pc:sldMk cId="1999289246" sldId="489"/>
            <ac:grpSpMk id="8" creationId="{D8674D4C-38DE-0887-7DEE-B7C6194B337A}"/>
          </ac:grpSpMkLst>
        </pc:grpChg>
        <pc:picChg chg="mod">
          <ac:chgData name="Lucas Nogueira Lopes" userId="b4794c58-b96d-4e49-8f1f-2dabfe8a9e6e" providerId="ADAL" clId="{816383E1-CDCA-4CC2-B79A-A3F515FC65D6}" dt="2026-07-21T18:41:46.926" v="240" actId="1036"/>
          <ac:picMkLst>
            <pc:docMk/>
            <pc:sldMk cId="1999289246" sldId="489"/>
            <ac:picMk id="23" creationId="{0F5DF968-32D9-B504-F1CB-ED24CADA4E90}"/>
          </ac:picMkLst>
        </pc:picChg>
      </pc:sldChg>
      <pc:sldChg chg="del">
        <pc:chgData name="Lucas Nogueira Lopes" userId="b4794c58-b96d-4e49-8f1f-2dabfe8a9e6e" providerId="ADAL" clId="{816383E1-CDCA-4CC2-B79A-A3F515FC65D6}" dt="2026-07-22T14:02:50.007" v="454" actId="47"/>
        <pc:sldMkLst>
          <pc:docMk/>
          <pc:sldMk cId="2250647766" sldId="599"/>
        </pc:sldMkLst>
      </pc:sldChg>
      <pc:sldChg chg="addSp modSp mod">
        <pc:chgData name="Lucas Nogueira Lopes" userId="b4794c58-b96d-4e49-8f1f-2dabfe8a9e6e" providerId="ADAL" clId="{816383E1-CDCA-4CC2-B79A-A3F515FC65D6}" dt="2026-07-21T18:54:59.236" v="305" actId="14826"/>
        <pc:sldMkLst>
          <pc:docMk/>
          <pc:sldMk cId="1610682695" sldId="603"/>
        </pc:sldMkLst>
        <pc:picChg chg="add mod">
          <ac:chgData name="Lucas Nogueira Lopes" userId="b4794c58-b96d-4e49-8f1f-2dabfe8a9e6e" providerId="ADAL" clId="{816383E1-CDCA-4CC2-B79A-A3F515FC65D6}" dt="2026-07-21T18:54:54.363" v="304" actId="14826"/>
          <ac:picMkLst>
            <pc:docMk/>
            <pc:sldMk cId="1610682695" sldId="603"/>
            <ac:picMk id="6" creationId="{E03E7DBD-02A6-42E6-8750-A6A6A8AA3BEE}"/>
          </ac:picMkLst>
        </pc:picChg>
        <pc:picChg chg="add mod">
          <ac:chgData name="Lucas Nogueira Lopes" userId="b4794c58-b96d-4e49-8f1f-2dabfe8a9e6e" providerId="ADAL" clId="{816383E1-CDCA-4CC2-B79A-A3F515FC65D6}" dt="2026-07-21T18:54:59.236" v="305" actId="14826"/>
          <ac:picMkLst>
            <pc:docMk/>
            <pc:sldMk cId="1610682695" sldId="603"/>
            <ac:picMk id="8" creationId="{5C415BA8-D80C-1F02-90E9-1F41BA29D738}"/>
          </ac:picMkLst>
        </pc:picChg>
      </pc:sldChg>
      <pc:sldChg chg="addSp modSp mod">
        <pc:chgData name="Lucas Nogueira Lopes" userId="b4794c58-b96d-4e49-8f1f-2dabfe8a9e6e" providerId="ADAL" clId="{816383E1-CDCA-4CC2-B79A-A3F515FC65D6}" dt="2026-07-21T18:59:25.531" v="308" actId="14826"/>
        <pc:sldMkLst>
          <pc:docMk/>
          <pc:sldMk cId="3662482146" sldId="607"/>
        </pc:sldMkLst>
        <pc:picChg chg="add mod">
          <ac:chgData name="Lucas Nogueira Lopes" userId="b4794c58-b96d-4e49-8f1f-2dabfe8a9e6e" providerId="ADAL" clId="{816383E1-CDCA-4CC2-B79A-A3F515FC65D6}" dt="2026-07-21T18:59:18.560" v="307" actId="14826"/>
          <ac:picMkLst>
            <pc:docMk/>
            <pc:sldMk cId="3662482146" sldId="607"/>
            <ac:picMk id="6" creationId="{6C8230A7-80D3-A4C2-3307-95FA635A6ACB}"/>
          </ac:picMkLst>
        </pc:picChg>
        <pc:picChg chg="add mod">
          <ac:chgData name="Lucas Nogueira Lopes" userId="b4794c58-b96d-4e49-8f1f-2dabfe8a9e6e" providerId="ADAL" clId="{816383E1-CDCA-4CC2-B79A-A3F515FC65D6}" dt="2026-07-21T18:59:25.531" v="308" actId="14826"/>
          <ac:picMkLst>
            <pc:docMk/>
            <pc:sldMk cId="3662482146" sldId="607"/>
            <ac:picMk id="8" creationId="{91A19BDF-E4A9-943D-6E39-78ECB6666538}"/>
          </ac:picMkLst>
        </pc:picChg>
      </pc:sldChg>
      <pc:sldChg chg="addSp modSp mod">
        <pc:chgData name="Lucas Nogueira Lopes" userId="b4794c58-b96d-4e49-8f1f-2dabfe8a9e6e" providerId="ADAL" clId="{816383E1-CDCA-4CC2-B79A-A3F515FC65D6}" dt="2026-07-21T18:43:34.692" v="302" actId="18131"/>
        <pc:sldMkLst>
          <pc:docMk/>
          <pc:sldMk cId="979510024" sldId="610"/>
        </pc:sldMkLst>
        <pc:picChg chg="add mod modCrop">
          <ac:chgData name="Lucas Nogueira Lopes" userId="b4794c58-b96d-4e49-8f1f-2dabfe8a9e6e" providerId="ADAL" clId="{816383E1-CDCA-4CC2-B79A-A3F515FC65D6}" dt="2026-07-21T18:43:34.692" v="302" actId="18131"/>
          <ac:picMkLst>
            <pc:docMk/>
            <pc:sldMk cId="979510024" sldId="610"/>
            <ac:picMk id="6" creationId="{EF2DBAC2-C204-1085-1FEF-51F6970B2B73}"/>
          </ac:picMkLst>
        </pc:picChg>
        <pc:picChg chg="add mod modCrop">
          <ac:chgData name="Lucas Nogueira Lopes" userId="b4794c58-b96d-4e49-8f1f-2dabfe8a9e6e" providerId="ADAL" clId="{816383E1-CDCA-4CC2-B79A-A3F515FC65D6}" dt="2026-07-21T18:41:43.254" v="236" actId="1036"/>
          <ac:picMkLst>
            <pc:docMk/>
            <pc:sldMk cId="979510024" sldId="610"/>
            <ac:picMk id="8" creationId="{C969B422-6A76-2B45-C522-466A2BD29A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4799-21E9-A261-FC21-126FCF80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A02AD9-A9ED-FF0F-6EF4-F5F306F8FB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0F0E3-EB8B-A1FD-9BA5-20F71F10E9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D784E0-1DFE-8DAA-0CD3-7920F3B3B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9F14C63-43C5-5B7F-0278-4FA2B051C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C69DF-E175-1BB5-F14E-2025BD56FC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AD072-DB60-ADA5-A6BB-A21C235CF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8335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D95B-1FD3-3289-4C14-86F4A958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28D11C65-F24D-0161-67CC-D11253C62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22839" y="0"/>
            <a:ext cx="14481606" cy="1028700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48643C1F-9ABF-8C63-07CF-EF1D667FDA80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BFF444B-97DC-5E40-167A-ED195CFBEE0D}"/>
              </a:ext>
            </a:extLst>
          </p:cNvPr>
          <p:cNvGrpSpPr/>
          <p:nvPr/>
        </p:nvGrpSpPr>
        <p:grpSpPr>
          <a:xfrm>
            <a:off x="5162550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193DF6F-D008-E0D2-8275-7034074BF1D4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C648E58-F1EB-9F52-A2F9-E95DA4968BE0}"/>
              </a:ext>
            </a:extLst>
          </p:cNvPr>
          <p:cNvSpPr txBox="1"/>
          <p:nvPr/>
        </p:nvSpPr>
        <p:spPr>
          <a:xfrm>
            <a:off x="6096000" y="-190500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13.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8222FA5-5E20-0BB6-CA21-82CF7CACC7EE}"/>
              </a:ext>
            </a:extLst>
          </p:cNvPr>
          <p:cNvSpPr txBox="1"/>
          <p:nvPr/>
        </p:nvSpPr>
        <p:spPr>
          <a:xfrm>
            <a:off x="6458508" y="3729055"/>
            <a:ext cx="6060114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CORTE DE SERRA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E715341-C19F-2446-8547-93949BD339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998" y="8987921"/>
            <a:ext cx="5736956" cy="1371894"/>
          </a:xfrm>
          <a:prstGeom prst="rect">
            <a:avLst/>
          </a:prstGeom>
        </p:spPr>
      </p:pic>
      <p:grpSp>
        <p:nvGrpSpPr>
          <p:cNvPr id="15" name="Group 9">
            <a:extLst>
              <a:ext uri="{FF2B5EF4-FFF2-40B4-BE49-F238E27FC236}">
                <a16:creationId xmlns:a16="http://schemas.microsoft.com/office/drawing/2014/main" id="{A9CE72F3-6D2B-574A-362A-9A19D71A7C7D}"/>
              </a:ext>
            </a:extLst>
          </p:cNvPr>
          <p:cNvGrpSpPr/>
          <p:nvPr/>
        </p:nvGrpSpPr>
        <p:grpSpPr>
          <a:xfrm>
            <a:off x="7331814" y="5744379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F6FB9C6-5FD1-9C94-7336-B4EF30FFD158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8008E5C0-7297-4851-2AD6-A5B17520927F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9E7897DB-FE2C-DECF-6E56-90A7A241DEA1}"/>
              </a:ext>
            </a:extLst>
          </p:cNvPr>
          <p:cNvSpPr txBox="1"/>
          <p:nvPr/>
        </p:nvSpPr>
        <p:spPr>
          <a:xfrm>
            <a:off x="7515095" y="6849730"/>
            <a:ext cx="2470678" cy="1100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</a:rPr>
              <a:t>14,58 KM CONTRATADOS</a:t>
            </a:r>
            <a:endParaRPr lang="en-US" sz="1800" b="1" dirty="0">
              <a:solidFill>
                <a:srgbClr val="FFFFFF"/>
              </a:solidFill>
              <a:latin typeface="Gotham"/>
              <a:ea typeface="Gotham"/>
              <a:cs typeface="Gotham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CD95EB49-659C-388A-6BEE-32FB65B385AB}"/>
              </a:ext>
            </a:extLst>
          </p:cNvPr>
          <p:cNvGrpSpPr/>
          <p:nvPr/>
        </p:nvGrpSpPr>
        <p:grpSpPr>
          <a:xfrm>
            <a:off x="10535448" y="5744378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0870C6F9-7E49-C51F-B521-4724B6BE39E2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53DEF2AE-3465-E09A-1E34-A6B5A3B34BA1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829C1E78-147C-315A-EE2C-65960AD9ADFE}"/>
              </a:ext>
            </a:extLst>
          </p:cNvPr>
          <p:cNvSpPr txBox="1"/>
          <p:nvPr/>
        </p:nvSpPr>
        <p:spPr>
          <a:xfrm>
            <a:off x="11097404" y="6862681"/>
            <a:ext cx="2470678" cy="537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dirty="0"/>
          </a:p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4 CONTRATOS</a:t>
            </a:r>
            <a:endParaRPr lang="en-US" sz="1800" b="1" dirty="0">
              <a:solidFill>
                <a:srgbClr val="FFFFFF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587F7BA2-0AA5-0937-3A9A-26753A03B889}"/>
              </a:ext>
            </a:extLst>
          </p:cNvPr>
          <p:cNvGrpSpPr/>
          <p:nvPr/>
        </p:nvGrpSpPr>
        <p:grpSpPr>
          <a:xfrm>
            <a:off x="13739082" y="5744378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A35BEA8A-F5B2-1C29-1E36-DF6602C8EB54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8E1550AA-2C24-DC1C-3B7F-A49060E39025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39C26D43-676B-D53E-7785-482AA6FE2A5C}"/>
              </a:ext>
            </a:extLst>
          </p:cNvPr>
          <p:cNvSpPr txBox="1"/>
          <p:nvPr/>
        </p:nvSpPr>
        <p:spPr>
          <a:xfrm>
            <a:off x="13910081" y="6836168"/>
            <a:ext cx="2470678" cy="1100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</a:t>
            </a:r>
            <a:r>
              <a:rPr lang="pt-BR" b="1" dirty="0">
                <a:solidFill>
                  <a:schemeClr val="bg1"/>
                </a:solidFill>
                <a:latin typeface="Gotham"/>
                <a:sym typeface="Gotham"/>
              </a:rPr>
              <a:t>CONTRATADO:</a:t>
            </a:r>
            <a:endParaRPr dirty="0"/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R$ 12.328.363,75</a:t>
            </a:r>
            <a:endParaRPr lang="pt-BR" sz="1800" b="1" dirty="0">
              <a:solidFill>
                <a:schemeClr val="bg1"/>
              </a:solidFill>
              <a:latin typeface="Gotham"/>
              <a:ea typeface="Gotham"/>
              <a:cs typeface="Gotham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302623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8F86-461A-42D7-29F5-2721C153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01296CDB-2C6A-68D7-A81B-821791FDA82C}"/>
              </a:ext>
            </a:extLst>
          </p:cNvPr>
          <p:cNvSpPr txBox="1"/>
          <p:nvPr/>
        </p:nvSpPr>
        <p:spPr>
          <a:xfrm>
            <a:off x="3137581" y="2719826"/>
            <a:ext cx="8387669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</a:t>
            </a:r>
            <a:r>
              <a:rPr lang="pt-BR" b="1" dirty="0">
                <a:solidFill>
                  <a:srgbClr val="3C3C3C"/>
                </a:solidFill>
                <a:latin typeface="Gotham"/>
              </a:rPr>
              <a:t> </a:t>
            </a:r>
            <a:r>
              <a:rPr lang="pt-BR" dirty="0">
                <a:latin typeface="Gotham" panose="020B0604020202020204"/>
              </a:rPr>
              <a:t>Execução de melhoramentos planialtimétricos, revestimento primário, implantação de dispositivos de drenagem superficial, relocação de cercas de faixa de domínio e revestimento vegetal em taludes na rodovia GO-178, trecho: DIV. GO-MS/ENTR. BR-364, SRE 178EGO0050, na travessia de um segmento de serra, localizado entre os km 55,16 e 56,80.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R$ 1.575.293,10	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D79246B-533C-314C-8ACB-AF063B7722E4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FCA7AB5-93F2-0EF3-283F-BB1FD189381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ABAEE20-4820-447A-3C63-95227D16FF37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65/2022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3D7AC4F4-36B9-E4E0-F1B3-B99C11AE7E3C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EE0DC9AB-1961-8243-E1BE-0AC08623AE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B344D23-D7EB-A179-A8A2-E16D1659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450" y="780504"/>
            <a:ext cx="3219341" cy="40103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0F5DF968-32D9-B504-F1CB-ED24CADA4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7450" y="4802949"/>
            <a:ext cx="3219341" cy="38221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1777B1E-055E-AF7B-58BD-35A2926B5503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E9EC29-0F03-584C-ED23-B42EF51B8A86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CORTE DE SERRA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981725A-9E98-7FED-C033-BFB53DCFCD05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B612D2E8-AA67-D33D-D911-B86CFE284A3A}"/>
              </a:ext>
            </a:extLst>
          </p:cNvPr>
          <p:cNvGrpSpPr/>
          <p:nvPr/>
        </p:nvGrpSpPr>
        <p:grpSpPr>
          <a:xfrm>
            <a:off x="2346771" y="144177"/>
            <a:ext cx="8271188" cy="907257"/>
            <a:chOff x="0" y="0"/>
            <a:chExt cx="4908550" cy="1209676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B0DFB1AD-D94A-7C1B-EBDE-3BC766E336B2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grpSp>
        <p:nvGrpSpPr>
          <p:cNvPr id="8" name="Group 17">
            <a:extLst>
              <a:ext uri="{FF2B5EF4-FFF2-40B4-BE49-F238E27FC236}">
                <a16:creationId xmlns:a16="http://schemas.microsoft.com/office/drawing/2014/main" id="{D8674D4C-38DE-0887-7DEE-B7C6194B337A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6A4DBEEC-097C-0910-147A-E25AA087FD78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10" name="TextBox 19">
            <a:extLst>
              <a:ext uri="{FF2B5EF4-FFF2-40B4-BE49-F238E27FC236}">
                <a16:creationId xmlns:a16="http://schemas.microsoft.com/office/drawing/2014/main" id="{BE3374DA-2E2B-0D7E-278A-5D971176C5E7}"/>
              </a:ext>
            </a:extLst>
          </p:cNvPr>
          <p:cNvSpPr txBox="1"/>
          <p:nvPr/>
        </p:nvSpPr>
        <p:spPr>
          <a:xfrm>
            <a:off x="3235079" y="275171"/>
            <a:ext cx="10313281" cy="477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CORTE DE SERRA</a:t>
            </a:r>
          </a:p>
        </p:txBody>
      </p:sp>
    </p:spTree>
    <p:extLst>
      <p:ext uri="{BB962C8B-B14F-4D97-AF65-F5344CB8AC3E}">
        <p14:creationId xmlns:p14="http://schemas.microsoft.com/office/powerpoint/2010/main" val="199928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6CA44-A908-716F-B92F-9EEADA39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52C4EC8-CA49-6E32-53FD-2B37AFD29CEF}"/>
              </a:ext>
            </a:extLst>
          </p:cNvPr>
          <p:cNvSpPr txBox="1"/>
          <p:nvPr/>
        </p:nvSpPr>
        <p:spPr>
          <a:xfrm>
            <a:off x="3137581" y="2719826"/>
            <a:ext cx="838766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Execução de melhoramentos planialtimétricos, corte em rocha, revestimento primário, implantação de dispositivos de drenagem superficial, relocação de cercas de faixa de domínio e revestimento vegetal em talude na rodovia GO-341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R$ 2.179.353,78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 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8069114-7E65-D9FD-129C-1AEC5D95452D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9C1BB83-80CB-C162-EB28-753D32B98B6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58A63CE7-3163-3CCF-7658-66C7DC202E09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71/2022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B9F061AA-8217-22DD-DA3E-C2003CCEFDEC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586189FE-83BA-E483-0D89-0519721304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EBB4BFD-861C-95DA-6AD4-D2DA2D68527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B94453-D64F-4766-002D-1635F83326AA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CORTE DE SERRA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E9DBBA1-6B54-A718-4953-545E66E34EFD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2DBAC2-C204-1085-1FEF-51F6970B2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" r="48141"/>
          <a:stretch>
            <a:fillRect/>
          </a:stretch>
        </p:blipFill>
        <p:spPr>
          <a:xfrm>
            <a:off x="13886010" y="767974"/>
            <a:ext cx="3219341" cy="40103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969B422-6A76-2B45-C522-466A2BD29A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9" r="29967"/>
          <a:stretch>
            <a:fillRect/>
          </a:stretch>
        </p:blipFill>
        <p:spPr>
          <a:xfrm>
            <a:off x="13887450" y="4802949"/>
            <a:ext cx="3219341" cy="38221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97951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71FBF-958B-AF38-D4D8-231244B3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19F7337-A862-2278-C0D7-AE6B2D14B38C}"/>
              </a:ext>
            </a:extLst>
          </p:cNvPr>
          <p:cNvSpPr txBox="1"/>
          <p:nvPr/>
        </p:nvSpPr>
        <p:spPr>
          <a:xfrm>
            <a:off x="3137581" y="2719826"/>
            <a:ext cx="8387669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Execução de melhoramentos planialtimétricos, corte em serra, revestimento primário, implantação de dispositivos de drenagem superficial, relocação de cercas de faixa de domínio e revestimento vegetal em talude na rodovia GO-401, trecho entroncamento GO-206 (p/ Quirinópolis) / entroncamento GO-174, localizado entre os km 17,2 e 19,12, extensão de 1,92 km.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: R$ 4.312.287,88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Concluído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A278386-0F68-80B2-7C50-8FF92EF44716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D1AB6AA-EB75-AA7D-B3A1-32396AABD08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C788390-E732-6AF0-88F8-018AA568E9A1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80/2022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1B4D3BB0-E9B4-B254-C89E-48458871911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5815ADCC-5B4F-39BF-B259-8945C7F676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591958F-C162-D6A3-5D01-E719A447D229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B646AE-5099-1970-F1F0-C98A3C35B21A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CORTE DE SERRA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5504B18-DCEF-4061-93A1-AAC3EA615332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03E7DBD-02A6-42E6-8750-A6A6A8AA3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3" r="20863"/>
          <a:stretch/>
        </p:blipFill>
        <p:spPr>
          <a:xfrm>
            <a:off x="13886010" y="767974"/>
            <a:ext cx="3219341" cy="40103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C415BA8-D80C-1F02-90E9-1F41BA29D7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3" r="19393"/>
          <a:stretch/>
        </p:blipFill>
        <p:spPr>
          <a:xfrm>
            <a:off x="13887450" y="4802949"/>
            <a:ext cx="3219341" cy="38221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61068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578F5-4825-B586-8AD7-EA18964C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FAFE11C-9F4E-7C16-634B-427721E853C3}"/>
              </a:ext>
            </a:extLst>
          </p:cNvPr>
          <p:cNvSpPr txBox="1"/>
          <p:nvPr/>
        </p:nvSpPr>
        <p:spPr>
          <a:xfrm>
            <a:off x="3137581" y="2719826"/>
            <a:ext cx="838766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Execução de melhoramentos planialtimétricos, corte em serra, revestimento primário, implantação de dispositivos de drenagem superficial, relocação de cercas de faixa de domínio e revestimento vegetal em talude na rodovia GO-188.</a:t>
            </a:r>
            <a:endParaRPr lang="pt-BR" dirty="0">
              <a:solidFill>
                <a:srgbClr val="3C3C3C"/>
              </a:solidFill>
              <a:latin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R$ 4.261.428,99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Concluído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9D33A2D-4D4D-8D86-5C01-D5ED8EEB3150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88E4199-2E13-710C-6FF0-81C7B8E557A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8CBBED3-085B-69DF-8570-418E78D12B03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99/2022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F26F12CD-27A3-B186-780B-581A8C1DD2D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114511C6-1B3D-55CA-79B8-04D3B22C80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6F2BB46-C90B-CF52-33AA-90BB765FB9B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3BA464-DF3A-638F-CED2-130B95B26F98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CORTE DE SERRA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200BED4-0D9E-1F3B-2BF1-A390CDE3CFEA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8230A7-80D3-A4C2-3307-95FA635A6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89" r="32789"/>
          <a:stretch/>
        </p:blipFill>
        <p:spPr>
          <a:xfrm>
            <a:off x="13886010" y="767974"/>
            <a:ext cx="3219341" cy="40103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1A19BDF-E4A9-943D-6E39-78ECB6666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8" r="25868"/>
          <a:stretch/>
        </p:blipFill>
        <p:spPr>
          <a:xfrm>
            <a:off x="13887450" y="4802949"/>
            <a:ext cx="3219341" cy="38221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366248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Props1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22076</TotalTime>
  <Words>303</Words>
  <Application>Microsoft Office PowerPoint</Application>
  <PresentationFormat>Personalizar</PresentationFormat>
  <Paragraphs>43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82</cp:revision>
  <dcterms:created xsi:type="dcterms:W3CDTF">2006-08-16T00:00:00Z</dcterms:created>
  <dcterms:modified xsi:type="dcterms:W3CDTF">2026-07-22T14:05:45Z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