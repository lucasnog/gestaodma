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comments/modernComment_228_9CB7617B.xml" ContentType="application/vnd.ms-powerpoint.comments+xml"/>
  <Override PartName="/ppt/comments/modernComment_277_75E07840.xml" ContentType="application/vnd.ms-powerpoint.comments+xml"/>
  <Override PartName="/ppt/comments/modernComment_278_B4853C37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9"/>
  </p:notesMasterIdLst>
  <p:sldIdLst>
    <p:sldId id="432" r:id="rId5"/>
    <p:sldId id="631" r:id="rId6"/>
    <p:sldId id="632" r:id="rId7"/>
    <p:sldId id="552" r:id="rId8"/>
  </p:sldIdLst>
  <p:sldSz cx="18288000" cy="10287000"/>
  <p:notesSz cx="6858000" cy="9144000"/>
  <p:embeddedFontLst>
    <p:embeddedFont>
      <p:font typeface="Gotham" panose="020B0604020202020204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BC6EF66-34DA-78DB-57DB-17AF9972CEA8}" name="Rodolfo Parussoli" initials="RP" userId="S::rodolfo.parussoli@fornecedores.goias.gov.br::c7faa30e-8fea-4bad-a83c-cea8df40b9d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k Esteves" initials="" lastIdx="4" clrIdx="0">
    <p:extLst>
      <p:ext uri="{19B8F6BF-5375-455C-9EA6-DF929625EA0E}">
        <p15:presenceInfo xmlns:p15="http://schemas.microsoft.com/office/powerpoint/2012/main" userId="S::erick.esteves@gestaodma.com.br::553c7fd5-ff97-48fc-a7e2-fca936a1ced7" providerId="AD"/>
      </p:ext>
    </p:extLst>
  </p:cmAuthor>
  <p:cmAuthor id="2" name="Carlos Eduardo da Silva Duarte" initials="CE" lastIdx="2" clrIdx="1">
    <p:extLst>
      <p:ext uri="{19B8F6BF-5375-455C-9EA6-DF929625EA0E}">
        <p15:presenceInfo xmlns:p15="http://schemas.microsoft.com/office/powerpoint/2012/main" userId="S::carlos.sduarte@fornecedores.goias.gov.br::5f8f9a9f-adf7-4680-a019-47e3a6423b3a" providerId="AD"/>
      </p:ext>
    </p:extLst>
  </p:cmAuthor>
  <p:cmAuthor id="3" name="Ana Luísa Neves" initials="AN" lastIdx="1" clrIdx="2">
    <p:extLst>
      <p:ext uri="{19B8F6BF-5375-455C-9EA6-DF929625EA0E}">
        <p15:presenceInfo xmlns:p15="http://schemas.microsoft.com/office/powerpoint/2012/main" userId="S::ana.nabreu_outlook.com#ext#@consorciogerenciadordma.onmicrosoft.com::4de49deb-56eb-4b2c-8912-3efcae8a5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C51330-BDBA-603C-8F47-CF68E003AF55}" v="3" dt="2026-07-14T11:23:02.964"/>
    <p1510:client id="{803E037F-850B-3954-47BC-53F0160E3473}" v="132" dt="2026-07-13T13:01:00.5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62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Relationship Id="rId2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olfo Parussoli" userId="S::rodolfo.parussoli@fornecedores.goias.gov.br::c7faa30e-8fea-4bad-a83c-cea8df40b9da" providerId="AD" clId="Web-{1DC51330-BDBA-603C-8F47-CF68E003AF55}"/>
    <pc:docChg chg="modSld">
      <pc:chgData name="Rodolfo Parussoli" userId="S::rodolfo.parussoli@fornecedores.goias.gov.br::c7faa30e-8fea-4bad-a83c-cea8df40b9da" providerId="AD" clId="Web-{1DC51330-BDBA-603C-8F47-CF68E003AF55}" dt="2026-07-14T11:22:48.792" v="0" actId="20577"/>
      <pc:docMkLst>
        <pc:docMk/>
      </pc:docMkLst>
      <pc:sldChg chg="modSp">
        <pc:chgData name="Rodolfo Parussoli" userId="S::rodolfo.parussoli@fornecedores.goias.gov.br::c7faa30e-8fea-4bad-a83c-cea8df40b9da" providerId="AD" clId="Web-{1DC51330-BDBA-603C-8F47-CF68E003AF55}" dt="2026-07-14T11:22:48.792" v="0" actId="20577"/>
        <pc:sldMkLst>
          <pc:docMk/>
          <pc:sldMk cId="3028630583" sldId="632"/>
        </pc:sldMkLst>
        <pc:spChg chg="mod">
          <ac:chgData name="Rodolfo Parussoli" userId="S::rodolfo.parussoli@fornecedores.goias.gov.br::c7faa30e-8fea-4bad-a83c-cea8df40b9da" providerId="AD" clId="Web-{1DC51330-BDBA-603C-8F47-CF68E003AF55}" dt="2026-07-14T11:22:48.792" v="0" actId="20577"/>
          <ac:spMkLst>
            <pc:docMk/>
            <pc:sldMk cId="3028630583" sldId="632"/>
            <ac:spMk id="5" creationId="{E6FA8EF0-F483-A601-2094-F7AB81D3A5F2}"/>
          </ac:spMkLst>
        </pc:spChg>
      </pc:sldChg>
    </pc:docChg>
  </pc:docChgLst>
  <pc:docChgLst>
    <pc:chgData name="Lucas Nogueira Lopes" userId="b4794c58-b96d-4e49-8f1f-2dabfe8a9e6e" providerId="ADAL" clId="{816383E1-CDCA-4CC2-B79A-A3F515FC65D6}"/>
    <pc:docChg chg="undo custSel modSld">
      <pc:chgData name="Lucas Nogueira Lopes" userId="b4794c58-b96d-4e49-8f1f-2dabfe8a9e6e" providerId="ADAL" clId="{816383E1-CDCA-4CC2-B79A-A3F515FC65D6}" dt="2026-07-14T11:30:39.470" v="37" actId="113"/>
      <pc:docMkLst>
        <pc:docMk/>
      </pc:docMkLst>
      <pc:sldChg chg="modSp mod">
        <pc:chgData name="Lucas Nogueira Lopes" userId="b4794c58-b96d-4e49-8f1f-2dabfe8a9e6e" providerId="ADAL" clId="{816383E1-CDCA-4CC2-B79A-A3F515FC65D6}" dt="2026-07-14T11:27:40.334" v="0" actId="1076"/>
        <pc:sldMkLst>
          <pc:docMk/>
          <pc:sldMk cId="682611868" sldId="432"/>
        </pc:sldMkLst>
        <pc:spChg chg="mod">
          <ac:chgData name="Lucas Nogueira Lopes" userId="b4794c58-b96d-4e49-8f1f-2dabfe8a9e6e" providerId="ADAL" clId="{816383E1-CDCA-4CC2-B79A-A3F515FC65D6}" dt="2026-07-14T11:27:40.334" v="0" actId="1076"/>
          <ac:spMkLst>
            <pc:docMk/>
            <pc:sldMk cId="682611868" sldId="432"/>
            <ac:spMk id="13" creationId="{A299DBD2-EDB2-1A6C-61FE-45E5D55F2816}"/>
          </ac:spMkLst>
        </pc:spChg>
      </pc:sldChg>
      <pc:sldChg chg="modSp mod">
        <pc:chgData name="Lucas Nogueira Lopes" userId="b4794c58-b96d-4e49-8f1f-2dabfe8a9e6e" providerId="ADAL" clId="{816383E1-CDCA-4CC2-B79A-A3F515FC65D6}" dt="2026-07-14T11:30:39.470" v="37" actId="113"/>
        <pc:sldMkLst>
          <pc:docMk/>
          <pc:sldMk cId="2629263739" sldId="552"/>
        </pc:sldMkLst>
        <pc:spChg chg="mod">
          <ac:chgData name="Lucas Nogueira Lopes" userId="b4794c58-b96d-4e49-8f1f-2dabfe8a9e6e" providerId="ADAL" clId="{816383E1-CDCA-4CC2-B79A-A3F515FC65D6}" dt="2026-07-14T11:30:39.470" v="37" actId="113"/>
          <ac:spMkLst>
            <pc:docMk/>
            <pc:sldMk cId="2629263739" sldId="552"/>
            <ac:spMk id="31" creationId="{CB96BD4A-067D-00D1-18F2-350FAF382942}"/>
          </ac:spMkLst>
        </pc:spChg>
      </pc:sldChg>
      <pc:sldChg chg="modSp mod">
        <pc:chgData name="Lucas Nogueira Lopes" userId="b4794c58-b96d-4e49-8f1f-2dabfe8a9e6e" providerId="ADAL" clId="{816383E1-CDCA-4CC2-B79A-A3F515FC65D6}" dt="2026-07-14T11:29:44.577" v="27" actId="20577"/>
        <pc:sldMkLst>
          <pc:docMk/>
          <pc:sldMk cId="1977645120" sldId="631"/>
        </pc:sldMkLst>
        <pc:spChg chg="mod">
          <ac:chgData name="Lucas Nogueira Lopes" userId="b4794c58-b96d-4e49-8f1f-2dabfe8a9e6e" providerId="ADAL" clId="{816383E1-CDCA-4CC2-B79A-A3F515FC65D6}" dt="2026-07-14T11:29:44.577" v="27" actId="20577"/>
          <ac:spMkLst>
            <pc:docMk/>
            <pc:sldMk cId="1977645120" sldId="631"/>
            <ac:spMk id="5" creationId="{AC61D8A4-4070-70A4-5FF8-29C49E641368}"/>
          </ac:spMkLst>
        </pc:spChg>
      </pc:sldChg>
      <pc:sldChg chg="modSp mod">
        <pc:chgData name="Lucas Nogueira Lopes" userId="b4794c58-b96d-4e49-8f1f-2dabfe8a9e6e" providerId="ADAL" clId="{816383E1-CDCA-4CC2-B79A-A3F515FC65D6}" dt="2026-07-14T11:30:20.009" v="35" actId="113"/>
        <pc:sldMkLst>
          <pc:docMk/>
          <pc:sldMk cId="3028630583" sldId="632"/>
        </pc:sldMkLst>
        <pc:spChg chg="mod">
          <ac:chgData name="Lucas Nogueira Lopes" userId="b4794c58-b96d-4e49-8f1f-2dabfe8a9e6e" providerId="ADAL" clId="{816383E1-CDCA-4CC2-B79A-A3F515FC65D6}" dt="2026-07-14T11:30:20.009" v="35" actId="113"/>
          <ac:spMkLst>
            <pc:docMk/>
            <pc:sldMk cId="3028630583" sldId="632"/>
            <ac:spMk id="5" creationId="{E6FA8EF0-F483-A601-2094-F7AB81D3A5F2}"/>
          </ac:spMkLst>
        </pc:spChg>
      </pc:sldChg>
    </pc:docChg>
  </pc:docChgLst>
  <pc:docChgLst>
    <pc:chgData name="Rodolfo Parussoli" userId="S::rodolfo.parussoli@fornecedores.goias.gov.br::c7faa30e-8fea-4bad-a83c-cea8df40b9da" providerId="AD" clId="Web-{803E037F-850B-3954-47BC-53F0160E3473}"/>
    <pc:docChg chg="mod modSld">
      <pc:chgData name="Rodolfo Parussoli" userId="S::rodolfo.parussoli@fornecedores.goias.gov.br::c7faa30e-8fea-4bad-a83c-cea8df40b9da" providerId="AD" clId="Web-{803E037F-850B-3954-47BC-53F0160E3473}" dt="2026-07-13T12:58:26.957" v="66" actId="20577"/>
      <pc:docMkLst>
        <pc:docMk/>
      </pc:docMkLst>
      <pc:sldChg chg="modSp">
        <pc:chgData name="Rodolfo Parussoli" userId="S::rodolfo.parussoli@fornecedores.goias.gov.br::c7faa30e-8fea-4bad-a83c-cea8df40b9da" providerId="AD" clId="Web-{803E037F-850B-3954-47BC-53F0160E3473}" dt="2026-07-13T12:58:26.957" v="66" actId="20577"/>
        <pc:sldMkLst>
          <pc:docMk/>
          <pc:sldMk cId="2629263739" sldId="552"/>
        </pc:sldMkLst>
        <pc:spChg chg="mod">
          <ac:chgData name="Rodolfo Parussoli" userId="S::rodolfo.parussoli@fornecedores.goias.gov.br::c7faa30e-8fea-4bad-a83c-cea8df40b9da" providerId="AD" clId="Web-{803E037F-850B-3954-47BC-53F0160E3473}" dt="2026-07-13T12:58:26.957" v="66" actId="20577"/>
          <ac:spMkLst>
            <pc:docMk/>
            <pc:sldMk cId="2629263739" sldId="552"/>
            <ac:spMk id="31" creationId="{CB96BD4A-067D-00D1-18F2-350FAF382942}"/>
          </ac:spMkLst>
        </pc:spChg>
      </pc:sldChg>
      <pc:sldChg chg="modSp">
        <pc:chgData name="Rodolfo Parussoli" userId="S::rodolfo.parussoli@fornecedores.goias.gov.br::c7faa30e-8fea-4bad-a83c-cea8df40b9da" providerId="AD" clId="Web-{803E037F-850B-3954-47BC-53F0160E3473}" dt="2026-07-13T12:58:01.736" v="57" actId="20577"/>
        <pc:sldMkLst>
          <pc:docMk/>
          <pc:sldMk cId="1977645120" sldId="631"/>
        </pc:sldMkLst>
        <pc:spChg chg="mod">
          <ac:chgData name="Rodolfo Parussoli" userId="S::rodolfo.parussoli@fornecedores.goias.gov.br::c7faa30e-8fea-4bad-a83c-cea8df40b9da" providerId="AD" clId="Web-{803E037F-850B-3954-47BC-53F0160E3473}" dt="2026-07-13T12:58:01.736" v="57" actId="20577"/>
          <ac:spMkLst>
            <pc:docMk/>
            <pc:sldMk cId="1977645120" sldId="631"/>
            <ac:spMk id="5" creationId="{AC61D8A4-4070-70A4-5FF8-29C49E641368}"/>
          </ac:spMkLst>
        </pc:spChg>
      </pc:sldChg>
      <pc:sldChg chg="modSp">
        <pc:chgData name="Rodolfo Parussoli" userId="S::rodolfo.parussoli@fornecedores.goias.gov.br::c7faa30e-8fea-4bad-a83c-cea8df40b9da" providerId="AD" clId="Web-{803E037F-850B-3954-47BC-53F0160E3473}" dt="2026-07-13T12:58:21.425" v="65" actId="20577"/>
        <pc:sldMkLst>
          <pc:docMk/>
          <pc:sldMk cId="3028630583" sldId="632"/>
        </pc:sldMkLst>
        <pc:spChg chg="mod">
          <ac:chgData name="Rodolfo Parussoli" userId="S::rodolfo.parussoli@fornecedores.goias.gov.br::c7faa30e-8fea-4bad-a83c-cea8df40b9da" providerId="AD" clId="Web-{803E037F-850B-3954-47BC-53F0160E3473}" dt="2026-07-13T12:58:21.425" v="65" actId="20577"/>
          <ac:spMkLst>
            <pc:docMk/>
            <pc:sldMk cId="3028630583" sldId="632"/>
            <ac:spMk id="5" creationId="{E6FA8EF0-F483-A601-2094-F7AB81D3A5F2}"/>
          </ac:spMkLst>
        </pc:spChg>
      </pc:sldChg>
    </pc:docChg>
  </pc:docChgLst>
</pc:chgInfo>
</file>

<file path=ppt/comments/modernComment_228_9CB761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4D1FE3B-1F68-4D27-8C31-2DBCA1F5DF9E}" authorId="{5BC6EF66-34DA-78DB-57DB-17AF9972CEA8}" created="2026-07-13T13:01:00.562">
    <pc:sldMkLst xmlns:pc="http://schemas.microsoft.com/office/powerpoint/2013/main/command">
      <pc:docMk/>
      <pc:sldMk cId="2629263739" sldId="552"/>
    </pc:sldMkLst>
    <p188:txBody>
      <a:bodyPr/>
      <a:lstStyle/>
      <a:p>
        <a:r>
          <a:rPr lang="pt-BR"/>
          <a:t>Sugestão de colocar SITUAÇÃO: OBRAS CONCLUÍDAS E ESTÁGIO ATUAL o percentual de avanço financeiro</a:t>
        </a:r>
      </a:p>
    </p188:txBody>
  </p188:cm>
</p188:cmLst>
</file>

<file path=ppt/comments/modernComment_277_75E0784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BEC43C-2AD4-40C3-88ED-FD50F0042049}" authorId="{5BC6EF66-34DA-78DB-57DB-17AF9972CEA8}" created="2026-07-13T12:54:05.3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7645120" sldId="631"/>
      <ac:spMk id="5" creationId="{AC61D8A4-4070-70A4-5FF8-29C49E641368}"/>
    </ac:deMkLst>
    <p188:txBody>
      <a:bodyPr/>
      <a:lstStyle/>
      <a:p>
        <a:r>
          <a:rPr lang="pt-BR"/>
          <a:t>Texto em vermelho inserido</a:t>
        </a:r>
      </a:p>
    </p188:txBody>
  </p188:cm>
</p188:cmLst>
</file>

<file path=ppt/comments/modernComment_278_B4853C3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B25DF97-F5E4-44DA-870D-F132FAC08B63}" authorId="{5BC6EF66-34DA-78DB-57DB-17AF9972CEA8}" created="2026-07-13T12:54:59.72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28630583" sldId="632"/>
      <ac:spMk id="5" creationId="{E6FA8EF0-F483-A601-2094-F7AB81D3A5F2}"/>
    </ac:deMkLst>
    <p188:txBody>
      <a:bodyPr/>
      <a:lstStyle/>
      <a:p>
        <a:r>
          <a:rPr lang="pt-BR"/>
          <a:t>Texto em vermelho inserido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096DF-7B25-4864-A771-9AF002662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EA53F0-6C57-0EA4-35B7-2CF549C330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0AD778-FA34-E05D-3B48-C2825F6B378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F0E4D0F-0F94-A5DE-2FC4-35EEE722D4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BE0AA5C-C6A1-4ABA-6205-1EF725E991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B742B-65B5-501C-5682-87214DAB9A2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73D89-892A-F1FF-D6ED-E4002622F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381942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18/10/relationships/comments" Target="../comments/modernComment_277_75E07840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18/10/relationships/comments" Target="../comments/modernComment_278_B4853C37.xml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18/10/relationships/comments" Target="../comments/modernComment_228_9CB7617B.xml"/><Relationship Id="rId3" Type="http://schemas.openxmlformats.org/officeDocument/2006/relationships/image" Target="../media/image9.jpeg"/><Relationship Id="rId4" Type="http://schemas.openxmlformats.org/officeDocument/2006/relationships/image" Target="../media/image10.jpe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88A8-798E-3120-C6C5-04F530D90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60D3032C-119E-0773-67CC-6EEBFBC94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439962" y="0"/>
            <a:ext cx="13716000" cy="10287000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398FA385-597B-13A0-1174-3F188B4A22DE}"/>
              </a:ext>
            </a:extLst>
          </p:cNvPr>
          <p:cNvSpPr/>
          <p:nvPr/>
        </p:nvSpPr>
        <p:spPr>
          <a:xfrm rot="-5400000">
            <a:off x="5152519" y="10028"/>
            <a:ext cx="10288011" cy="10267949"/>
          </a:xfrm>
          <a:custGeom>
            <a:avLst/>
            <a:gdLst/>
            <a:ahLst/>
            <a:cxnLst/>
            <a:rect l="l" t="t" r="r" b="b"/>
            <a:pathLst>
              <a:path w="10288011" h="15430499">
                <a:moveTo>
                  <a:pt x="0" y="0"/>
                </a:moveTo>
                <a:lnTo>
                  <a:pt x="10288012" y="0"/>
                </a:lnTo>
                <a:lnTo>
                  <a:pt x="10288012" y="15430499"/>
                </a:lnTo>
                <a:lnTo>
                  <a:pt x="0" y="15430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-5" r="-5"/>
            </a:stretch>
          </a:blipFill>
        </p:spPr>
        <p:txBody>
          <a:bodyPr/>
          <a:p/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4DBD643-AEB5-1C10-E82B-576C19047ABF}"/>
              </a:ext>
            </a:extLst>
          </p:cNvPr>
          <p:cNvGrpSpPr/>
          <p:nvPr/>
        </p:nvGrpSpPr>
        <p:grpSpPr>
          <a:xfrm>
            <a:off x="5162550" y="0"/>
            <a:ext cx="13125450" cy="10287000"/>
            <a:chOff x="0" y="0"/>
            <a:chExt cx="175006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4EE5586-3526-5C8D-F1CC-66383D48C3E1}"/>
                </a:ext>
              </a:extLst>
            </p:cNvPr>
            <p:cNvSpPr/>
            <p:nvPr/>
          </p:nvSpPr>
          <p:spPr>
            <a:xfrm>
              <a:off x="0" y="0"/>
              <a:ext cx="17500600" cy="13716000"/>
            </a:xfrm>
            <a:custGeom>
              <a:avLst/>
              <a:gdLst/>
              <a:ahLst/>
              <a:cxnLst/>
              <a:rect l="l" t="t" r="r" b="b"/>
              <a:pathLst>
                <a:path w="17500600" h="13716000">
                  <a:moveTo>
                    <a:pt x="0" y="0"/>
                  </a:moveTo>
                  <a:lnTo>
                    <a:pt x="17500600" y="0"/>
                  </a:lnTo>
                  <a:lnTo>
                    <a:pt x="17500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6149BE43-04EC-3288-DCBA-984EF23A7DE8}"/>
              </a:ext>
            </a:extLst>
          </p:cNvPr>
          <p:cNvSpPr txBox="1"/>
          <p:nvPr/>
        </p:nvSpPr>
        <p:spPr>
          <a:xfrm>
            <a:off x="6458507" y="3729055"/>
            <a:ext cx="8194113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>
                <a:solidFill>
                  <a:srgbClr val="00B050"/>
                </a:solidFill>
                <a:latin typeface="Gotham"/>
                <a:ea typeface="Gotham"/>
                <a:cs typeface="Gotham"/>
                <a:sym typeface="Gotham"/>
              </a:rPr>
              <a:t>PMR – PROGRAMA DE MELHORAMENTO RODOVIÁRIO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0DCAC0C-686B-D2D8-13CF-0A5733A9DAA8}"/>
              </a:ext>
            </a:extLst>
          </p:cNvPr>
          <p:cNvSpPr txBox="1"/>
          <p:nvPr/>
        </p:nvSpPr>
        <p:spPr>
          <a:xfrm>
            <a:off x="6113943" y="-98716"/>
            <a:ext cx="6060114" cy="460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0"/>
              </a:lnSpc>
            </a:pPr>
            <a:r>
              <a:rPr lang="en-US" sz="29850">
                <a:solidFill>
                  <a:srgbClr val="2DA54A"/>
                </a:solidFill>
                <a:latin typeface="Gotham Light"/>
                <a:ea typeface="Gotham Light"/>
                <a:cs typeface="Gotham Light"/>
                <a:sym typeface="Gotham Light"/>
              </a:rPr>
              <a:t>07.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F186BC7B-0B65-1B1D-FD9B-1AE28CF146C5}"/>
              </a:ext>
            </a:extLst>
          </p:cNvPr>
          <p:cNvGrpSpPr/>
          <p:nvPr/>
        </p:nvGrpSpPr>
        <p:grpSpPr>
          <a:xfrm>
            <a:off x="7179771" y="5744379"/>
            <a:ext cx="2812677" cy="3028750"/>
            <a:chOff x="0" y="0"/>
            <a:chExt cx="4019550" cy="4092576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22ACF166-E608-1A85-4F23-70197C44E33B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A4E57798-4773-6A54-7399-E60C128C5C20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grpSp>
        <p:nvGrpSpPr>
          <p:cNvPr id="19" name="Group 9">
            <a:extLst>
              <a:ext uri="{FF2B5EF4-FFF2-40B4-BE49-F238E27FC236}">
                <a16:creationId xmlns:a16="http://schemas.microsoft.com/office/drawing/2014/main" id="{070AD871-7FDB-FD5D-ADDC-4938750540F2}"/>
              </a:ext>
            </a:extLst>
          </p:cNvPr>
          <p:cNvGrpSpPr/>
          <p:nvPr/>
        </p:nvGrpSpPr>
        <p:grpSpPr>
          <a:xfrm>
            <a:off x="10383405" y="5744378"/>
            <a:ext cx="2812677" cy="3028750"/>
            <a:chOff x="0" y="0"/>
            <a:chExt cx="4019550" cy="4092576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627A32F-14BB-4A38-0E02-935014AC62EE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0CD70FFF-9F4F-4CF0-AD4B-F255E88CD40F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2" name="TextBox 26">
            <a:extLst>
              <a:ext uri="{FF2B5EF4-FFF2-40B4-BE49-F238E27FC236}">
                <a16:creationId xmlns:a16="http://schemas.microsoft.com/office/drawing/2014/main" id="{94738357-F7FC-EFF8-88D4-07D033AF169E}"/>
              </a:ext>
            </a:extLst>
          </p:cNvPr>
          <p:cNvSpPr txBox="1"/>
          <p:nvPr/>
        </p:nvSpPr>
        <p:spPr>
          <a:xfrm>
            <a:off x="10566686" y="6731157"/>
            <a:ext cx="2470678" cy="535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/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2ABEFAAB-B749-17FA-F831-73E3CCD1CEFF}"/>
              </a:ext>
            </a:extLst>
          </p:cNvPr>
          <p:cNvGrpSpPr/>
          <p:nvPr/>
        </p:nvGrpSpPr>
        <p:grpSpPr>
          <a:xfrm>
            <a:off x="13587039" y="5744378"/>
            <a:ext cx="2812677" cy="3028750"/>
            <a:chOff x="0" y="0"/>
            <a:chExt cx="4019550" cy="4092576"/>
          </a:xfrm>
        </p:grpSpPr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1B7B1BD6-64AF-3A4E-4981-35F66FA0B68A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2DDB49D1-D240-DA11-063D-67BCC3127E36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987DE293-2B7D-05A7-45F4-668EDF423077}"/>
              </a:ext>
            </a:extLst>
          </p:cNvPr>
          <p:cNvSpPr txBox="1"/>
          <p:nvPr/>
        </p:nvSpPr>
        <p:spPr>
          <a:xfrm>
            <a:off x="13770320" y="6710986"/>
            <a:ext cx="2470678" cy="535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/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ECA8171-A350-1EE5-BC99-647A49E993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7DFB406-41E4-D530-D94A-08541F881737}"/>
              </a:ext>
            </a:extLst>
          </p:cNvPr>
          <p:cNvSpPr txBox="1"/>
          <p:nvPr/>
        </p:nvSpPr>
        <p:spPr>
          <a:xfrm>
            <a:off x="13791522" y="6833266"/>
            <a:ext cx="2470678" cy="911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VALOR TOTAL CONTRATADO:</a:t>
            </a:r>
          </a:p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R$ </a:t>
            </a:r>
            <a:r>
              <a:rPr lang="pt-BR" b="1" dirty="0">
                <a:solidFill>
                  <a:schemeClr val="bg1"/>
                </a:solidFill>
                <a:latin typeface="Gotham" panose="020B0604020202020204"/>
              </a:rPr>
              <a:t>42.576.869,04</a:t>
            </a:r>
            <a:endParaRPr lang="en-US" sz="1800" b="1" dirty="0">
              <a:solidFill>
                <a:schemeClr val="bg1"/>
              </a:solidFill>
              <a:latin typeface="Gotham" panose="020B0604020202020204"/>
              <a:ea typeface="Gotham" panose="020B0604020202020204"/>
              <a:cs typeface="Gotham" panose="020B0604020202020204"/>
              <a:sym typeface="Gotham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299DBD2-EDB2-1A6C-61FE-45E5D55F2816}"/>
              </a:ext>
            </a:extLst>
          </p:cNvPr>
          <p:cNvSpPr txBox="1"/>
          <p:nvPr/>
        </p:nvSpPr>
        <p:spPr>
          <a:xfrm>
            <a:off x="10566686" y="7082119"/>
            <a:ext cx="2470678" cy="34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3 CONTRATOS 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665784A9-9120-ADAD-40B6-6EB329D53AE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740" y="1052244"/>
            <a:ext cx="3828080" cy="166242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E63888F-BDD3-AEE9-73E9-BF649C6DDCD8}"/>
              </a:ext>
            </a:extLst>
          </p:cNvPr>
          <p:cNvSpPr txBox="1"/>
          <p:nvPr/>
        </p:nvSpPr>
        <p:spPr>
          <a:xfrm>
            <a:off x="7443063" y="6833266"/>
            <a:ext cx="2470678" cy="911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311,2 KM DE MELHORIAS CONTRATADAS</a:t>
            </a:r>
          </a:p>
        </p:txBody>
      </p:sp>
    </p:spTree>
    <p:extLst>
      <p:ext uri="{BB962C8B-B14F-4D97-AF65-F5344CB8AC3E}">
        <p14:creationId xmlns:p14="http://schemas.microsoft.com/office/powerpoint/2010/main" val="682611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5B24B-4CE7-A96F-71A7-4E45D49F5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AC61D8A4-4070-70A4-5FF8-29C49E641368}"/>
              </a:ext>
            </a:extLst>
          </p:cNvPr>
          <p:cNvSpPr txBox="1"/>
          <p:nvPr/>
        </p:nvSpPr>
        <p:spPr>
          <a:xfrm>
            <a:off x="3784136" y="2874435"/>
            <a:ext cx="7981143" cy="4122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melhoramento rodoviário da malha pavimentada estadual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(GO-147 / GO-020 / GO-452 / GO-139).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143,29 km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LOTE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: 01 </a:t>
            </a:r>
            <a:endParaRPr lang="pt-BR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</a:rPr>
              <a:t>ETAPA:</a:t>
            </a:r>
            <a:r>
              <a:rPr lang="pt-BR" dirty="0">
                <a:latin typeface="Gotham"/>
                <a:ea typeface="Gotham"/>
                <a:cs typeface="Gotham"/>
              </a:rPr>
              <a:t> I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R$ 18.957.227,83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andamento.</a:t>
            </a:r>
            <a:endParaRPr lang="pt-BR" b="1" dirty="0">
              <a:solidFill>
                <a:srgbClr val="FF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13,8%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>
              <a:lnSpc>
                <a:spcPct val="150000"/>
              </a:lnSpc>
            </a:pPr>
            <a:endParaRPr lang="pt-BR" sz="1950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7004CAB0-BF31-2AE9-FA94-4214DE86B7C2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DCF15C80-5C80-9FEF-5FE3-7AA4C8B8DFF4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5F11A81E-4869-6206-9222-3778DE301E6A}"/>
              </a:ext>
            </a:extLst>
          </p:cNvPr>
          <p:cNvSpPr txBox="1"/>
          <p:nvPr/>
        </p:nvSpPr>
        <p:spPr>
          <a:xfrm>
            <a:off x="6352902" y="1469361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11/2026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745EF532-2F42-F5E2-63A1-F362CE7432D3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" name="Freeform 16">
            <a:extLst>
              <a:ext uri="{FF2B5EF4-FFF2-40B4-BE49-F238E27FC236}">
                <a16:creationId xmlns:a16="http://schemas.microsoft.com/office/drawing/2014/main" id="{2DE6FA1B-6B46-7E45-6CD8-8AAF92F877B6}"/>
              </a:ext>
            </a:extLst>
          </p:cNvPr>
          <p:cNvSpPr/>
          <p:nvPr/>
        </p:nvSpPr>
        <p:spPr>
          <a:xfrm>
            <a:off x="3477574" y="13290"/>
            <a:ext cx="13140652" cy="907256"/>
          </a:xfrm>
          <a:custGeom>
            <a:avLst/>
            <a:gdLst/>
            <a:ahLst/>
            <a:cxnLst/>
            <a:rect l="l" t="t" r="r" b="b"/>
            <a:pathLst>
              <a:path w="4908550" h="1209675">
                <a:moveTo>
                  <a:pt x="4305681" y="1209675"/>
                </a:moveTo>
                <a:cubicBezTo>
                  <a:pt x="0" y="1209675"/>
                  <a:pt x="0" y="1209675"/>
                  <a:pt x="0" y="1209675"/>
                </a:cubicBezTo>
                <a:cubicBezTo>
                  <a:pt x="0" y="0"/>
                  <a:pt x="0" y="0"/>
                  <a:pt x="0" y="0"/>
                </a:cubicBezTo>
                <a:cubicBezTo>
                  <a:pt x="4305681" y="0"/>
                  <a:pt x="4305681" y="0"/>
                  <a:pt x="4305681" y="0"/>
                </a:cubicBezTo>
                <a:cubicBezTo>
                  <a:pt x="4638802" y="0"/>
                  <a:pt x="4908550" y="269875"/>
                  <a:pt x="4908550" y="603250"/>
                </a:cubicBezTo>
                <a:cubicBezTo>
                  <a:pt x="4908550" y="1209675"/>
                  <a:pt x="4908550" y="1209675"/>
                  <a:pt x="4908550" y="1209675"/>
                </a:cubicBezTo>
                <a:lnTo>
                  <a:pt x="4305681" y="1209675"/>
                </a:lnTo>
                <a:close/>
              </a:path>
            </a:pathLst>
          </a:custGeom>
          <a:solidFill>
            <a:srgbClr val="0E9E3C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9A22C0-3D43-E397-09E0-5B6657EACC63}"/>
              </a:ext>
            </a:extLst>
          </p:cNvPr>
          <p:cNvSpPr txBox="1"/>
          <p:nvPr/>
        </p:nvSpPr>
        <p:spPr>
          <a:xfrm>
            <a:off x="4082804" y="83698"/>
            <a:ext cx="13669413" cy="55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EM ANDAMENTO - PMR - ETAPA I</a:t>
            </a:r>
            <a:endParaRPr lang="en-US" sz="2200" b="1">
              <a:solidFill>
                <a:srgbClr val="FFFFFF"/>
              </a:solidFill>
              <a:latin typeface="Gotham"/>
              <a:sym typeface="Gotham"/>
            </a:endParaRPr>
          </a:p>
        </p:txBody>
      </p:sp>
      <p:grpSp>
        <p:nvGrpSpPr>
          <p:cNvPr id="23" name="Group 17">
            <a:extLst>
              <a:ext uri="{FF2B5EF4-FFF2-40B4-BE49-F238E27FC236}">
                <a16:creationId xmlns:a16="http://schemas.microsoft.com/office/drawing/2014/main" id="{E484808C-28BF-D503-7BB8-5FC4E57B5425}"/>
              </a:ext>
            </a:extLst>
          </p:cNvPr>
          <p:cNvGrpSpPr/>
          <p:nvPr/>
        </p:nvGrpSpPr>
        <p:grpSpPr>
          <a:xfrm>
            <a:off x="3039017" y="13289"/>
            <a:ext cx="904875" cy="907257"/>
            <a:chOff x="0" y="0"/>
            <a:chExt cx="1206500" cy="1209676"/>
          </a:xfrm>
        </p:grpSpPr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1B0559A2-3ED9-A913-9383-59DEB3A13ABC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5" name="Imagem 24">
            <a:extLst>
              <a:ext uri="{FF2B5EF4-FFF2-40B4-BE49-F238E27FC236}">
                <a16:creationId xmlns:a16="http://schemas.microsoft.com/office/drawing/2014/main" id="{0E076C60-677E-F4D7-6401-49B6E2B0A0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0" r="18560"/>
          <a:stretch/>
        </p:blipFill>
        <p:spPr>
          <a:xfrm>
            <a:off x="13274898" y="1002828"/>
            <a:ext cx="3343328" cy="39877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33B73A28-1D11-B5E3-6980-DDF123BF0D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2" r="19182"/>
          <a:stretch/>
        </p:blipFill>
        <p:spPr>
          <a:xfrm>
            <a:off x="13323240" y="5164292"/>
            <a:ext cx="3294986" cy="40094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C7AAE23-C9C6-DF52-1965-1B89786182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0691B266-BB54-459E-C497-E0A750928F10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1EDAAEF-DA04-AE89-F182-3C7FA25E919B}"/>
              </a:ext>
            </a:extLst>
          </p:cNvPr>
          <p:cNvSpPr txBox="1"/>
          <p:nvPr/>
        </p:nvSpPr>
        <p:spPr>
          <a:xfrm>
            <a:off x="-189350" y="8141378"/>
            <a:ext cx="2391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PMR 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DE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MELHORAMENTO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RODOVIÁRIO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ETAPA 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53437EC-B2A1-4961-44A4-46788D3AFB1E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9776451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11F33-3313-B4C8-7246-6D6DB3CD8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E6FA8EF0-F483-A601-2094-F7AB81D3A5F2}"/>
              </a:ext>
            </a:extLst>
          </p:cNvPr>
          <p:cNvSpPr txBox="1"/>
          <p:nvPr/>
        </p:nvSpPr>
        <p:spPr>
          <a:xfrm>
            <a:off x="3784136" y="2874435"/>
            <a:ext cx="7981143" cy="3707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dos serviços de melhoramento rodoviário da malha pavimentada estadual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(GO-139 / GO-330 / GO-010).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112,15 km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02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ETAPA: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 I</a:t>
            </a:r>
            <a:endParaRPr lang="pt-BR" dirty="0">
              <a:solidFill>
                <a:srgbClr val="3C3C3C"/>
              </a:solidFill>
              <a:latin typeface="Gotham"/>
              <a:sym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VALOR DO CONTRATO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R$ 15.015.326,88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andamento.</a:t>
            </a:r>
            <a:endParaRPr lang="pt-BR" b="1" dirty="0">
              <a:solidFill>
                <a:srgbClr val="FF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40,7%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>
              <a:lnSpc>
                <a:spcPct val="150000"/>
              </a:lnSpc>
            </a:pPr>
            <a:endParaRPr lang="pt-BR" sz="1950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D4869968-675A-B5EC-D4A1-3222DCE8B6DF}"/>
              </a:ext>
            </a:extLst>
          </p:cNvPr>
          <p:cNvGrpSpPr/>
          <p:nvPr/>
        </p:nvGrpSpPr>
        <p:grpSpPr>
          <a:xfrm>
            <a:off x="3585998" y="1330897"/>
            <a:ext cx="8328175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039FA296-ED97-12D7-B78B-E1E50F239275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F5B6A6CC-F41A-6D19-AAAC-1883EB4F7ED7}"/>
              </a:ext>
            </a:extLst>
          </p:cNvPr>
          <p:cNvSpPr txBox="1"/>
          <p:nvPr/>
        </p:nvSpPr>
        <p:spPr>
          <a:xfrm>
            <a:off x="6352902" y="1469361"/>
            <a:ext cx="4442688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10/2026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C63EA0D6-BFBB-C498-8EB6-F9E3F5917AF8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625D7858-2A91-930F-7069-7251E27D9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0" r="18560"/>
          <a:stretch/>
        </p:blipFill>
        <p:spPr>
          <a:xfrm>
            <a:off x="13274898" y="1002828"/>
            <a:ext cx="3343328" cy="39877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B43CA6B3-FCCD-6BBD-B1F0-56AD90259A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2" r="19182"/>
          <a:stretch/>
        </p:blipFill>
        <p:spPr>
          <a:xfrm>
            <a:off x="13323240" y="5164292"/>
            <a:ext cx="3294986" cy="40094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9BAF915-871D-5F1C-4EED-C5C3DAF193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4AEBB413-8128-B6E9-08F5-C1D09F5BCC9F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8420A03-6168-09A1-60A1-C362B33320AB}"/>
              </a:ext>
            </a:extLst>
          </p:cNvPr>
          <p:cNvSpPr txBox="1"/>
          <p:nvPr/>
        </p:nvSpPr>
        <p:spPr>
          <a:xfrm>
            <a:off x="-189350" y="8141378"/>
            <a:ext cx="2391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PMR 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DE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MELHORAMENTO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RODOVIÁRIO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ETAPA I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A5F4B24-EFAB-C445-BA05-6E9B5F87458F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0286305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3E1F4-BEDB-5266-9633-FF875C1B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DFC7B215-CF5D-9FB6-09EA-1427F1D78AF8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7BEDDA53-3D39-D073-6585-12A12C26260A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7920828D-119A-93FB-6006-EF5BCBC4DB31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DAD9CF7-8533-2852-D097-A4DB477793E1}"/>
              </a:ext>
            </a:extLst>
          </p:cNvPr>
          <p:cNvSpPr txBox="1"/>
          <p:nvPr/>
        </p:nvSpPr>
        <p:spPr>
          <a:xfrm>
            <a:off x="5094594" y="1321922"/>
            <a:ext cx="404940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27/2026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CB96BD4A-067D-00D1-18F2-350FAF382942}"/>
              </a:ext>
            </a:extLst>
          </p:cNvPr>
          <p:cNvSpPr txBox="1"/>
          <p:nvPr/>
        </p:nvSpPr>
        <p:spPr>
          <a:xfrm>
            <a:off x="2688409" y="2900238"/>
            <a:ext cx="8003890" cy="4932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de serviços de melhoramento rodoviário na malha pavimentada estadual de Goiás, no âmbito da Etapa III do Programa de Melhoramento Rodoviário (PMR). O objeto contempla a execução de intervenções na rodovia GO-020, abrangendo os trechos definidos no referido programa, com vistas à recuperação funcional, segurança viária e prolongamento da vida útil do pavimento.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EXTENSÃO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:55,76 km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ÚNICO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ETAPA: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 III</a:t>
            </a:r>
            <a:endParaRPr lang="pt-BR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</a:t>
            </a:r>
            <a:r>
              <a:rPr lang="pt-BR" dirty="0">
                <a:latin typeface="Gotham" panose="020B0604020202020204"/>
              </a:rPr>
              <a:t>8.604.314,33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Concluído</a:t>
            </a:r>
            <a:endParaRPr lang="pt-BR" b="1" dirty="0">
              <a:solidFill>
                <a:srgbClr val="FF000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3ADAD4B-F44D-4544-916B-87960B6353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6" r="9606"/>
          <a:stretch/>
        </p:blipFill>
        <p:spPr>
          <a:xfrm>
            <a:off x="12445430" y="1174780"/>
            <a:ext cx="3909419" cy="3629301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C1046C8-7249-F333-EC5A-6D10C8566F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1" r="12261"/>
          <a:stretch/>
        </p:blipFill>
        <p:spPr>
          <a:xfrm>
            <a:off x="12445430" y="5031749"/>
            <a:ext cx="3909420" cy="3884698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AC1D27D-3FC1-8D77-4E03-5F80D13AB15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07C0AE26-4B77-7F8C-F049-6F958B0DE6AE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C0DDA1C-A03C-6F13-1861-3BC4A008F34C}"/>
              </a:ext>
            </a:extLst>
          </p:cNvPr>
          <p:cNvSpPr txBox="1"/>
          <p:nvPr/>
        </p:nvSpPr>
        <p:spPr>
          <a:xfrm>
            <a:off x="-189350" y="8141378"/>
            <a:ext cx="2391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PMR 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PROGRAMA DE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MELHORAMENTO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RODOVIÁRIO</a:t>
            </a:r>
          </a:p>
          <a:p>
            <a:pPr algn="ctr"/>
            <a:r>
              <a:rPr lang="it-IT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ETAPA III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39323A7-D69D-BDF2-AB5D-7615905B6A95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grpSp>
        <p:nvGrpSpPr>
          <p:cNvPr id="22" name="Group 15">
            <a:extLst>
              <a:ext uri="{FF2B5EF4-FFF2-40B4-BE49-F238E27FC236}">
                <a16:creationId xmlns:a16="http://schemas.microsoft.com/office/drawing/2014/main" id="{EDD192AB-FBE4-A7BC-5E68-4EBC86C91DEA}"/>
              </a:ext>
            </a:extLst>
          </p:cNvPr>
          <p:cNvGrpSpPr/>
          <p:nvPr/>
        </p:nvGrpSpPr>
        <p:grpSpPr>
          <a:xfrm>
            <a:off x="2346770" y="144177"/>
            <a:ext cx="11003470" cy="907257"/>
            <a:chOff x="0" y="0"/>
            <a:chExt cx="4908550" cy="1209676"/>
          </a:xfrm>
        </p:grpSpPr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4B5F9395-977A-3A4B-395A-8F2C32EA37CD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5" name="Group 17">
            <a:extLst>
              <a:ext uri="{FF2B5EF4-FFF2-40B4-BE49-F238E27FC236}">
                <a16:creationId xmlns:a16="http://schemas.microsoft.com/office/drawing/2014/main" id="{1A3AF4E2-5AFE-3892-7106-0C0E5FFC9317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C0E22956-322F-1DC5-A7A0-D82C948EB7EE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sp>
        <p:nvSpPr>
          <p:cNvPr id="27" name="TextBox 19">
            <a:extLst>
              <a:ext uri="{FF2B5EF4-FFF2-40B4-BE49-F238E27FC236}">
                <a16:creationId xmlns:a16="http://schemas.microsoft.com/office/drawing/2014/main" id="{A0F99C5A-8094-DD2E-C613-BCD9D3095B5D}"/>
              </a:ext>
            </a:extLst>
          </p:cNvPr>
          <p:cNvSpPr txBox="1"/>
          <p:nvPr/>
        </p:nvSpPr>
        <p:spPr>
          <a:xfrm>
            <a:off x="3235079" y="275171"/>
            <a:ext cx="10313281" cy="4772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CONCLUÍDOS - PMR - ETAPA III</a:t>
            </a:r>
            <a:endParaRPr lang="en-US" sz="2200" b="1">
              <a:solidFill>
                <a:srgbClr val="FFFFFF"/>
              </a:solidFill>
              <a:latin typeface="Gotham"/>
              <a:sym typeface="Gotham"/>
            </a:endParaRPr>
          </a:p>
        </p:txBody>
      </p:sp>
    </p:spTree>
    <p:extLst>
      <p:ext uri="{BB962C8B-B14F-4D97-AF65-F5344CB8AC3E}">
        <p14:creationId xmlns:p14="http://schemas.microsoft.com/office/powerpoint/2010/main" val="26292637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D77DFEAF9D094E9A75E4137E454D23" ma:contentTypeVersion="18" ma:contentTypeDescription="Crie um novo documento." ma:contentTypeScope="" ma:versionID="40a8e43dca7963e48a2fdfb70321ef92">
  <xsd:schema xmlns:xsd="http://www.w3.org/2001/XMLSchema" xmlns:xs="http://www.w3.org/2001/XMLSchema" xmlns:p="http://schemas.microsoft.com/office/2006/metadata/properties" xmlns:ns2="4e8751e5-3848-4b34-b242-30c4c2c4c979" xmlns:ns3="601e7d48-2183-4f89-9c5e-88ac28e28b7b" targetNamespace="http://schemas.microsoft.com/office/2006/metadata/properties" ma:root="true" ma:fieldsID="6d1c990e1239846d83663518dc2c1d47" ns2:_="" ns3:_="">
    <xsd:import namespace="4e8751e5-3848-4b34-b242-30c4c2c4c979"/>
    <xsd:import namespace="601e7d48-2183-4f89-9c5e-88ac28e28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751e5-3848-4b34-b242-30c4c2c4c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f7517e60-a805-48cd-bbb9-1677eda333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_x00e7__x00e3_o" ma:index="22" nillable="true" ma:displayName="Observação " ma:internalName="Observa_x00e7__x00e3_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1e7d48-2183-4f89-9c5e-88ac28e28b7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8751e5-3848-4b34-b242-30c4c2c4c979">
      <Terms xmlns="http://schemas.microsoft.com/office/infopath/2007/PartnerControls"/>
    </lcf76f155ced4ddcb4097134ff3c332f>
    <Observa_x00e7__x00e3_o xmlns="4e8751e5-3848-4b34-b242-30c4c2c4c979" xsi:nil="true"/>
  </documentManagement>
</p:properties>
</file>

<file path=customXml/itemProps1.xml><?xml version="1.0" encoding="utf-8"?>
<ds:datastoreItem xmlns:ds="http://schemas.openxmlformats.org/officeDocument/2006/customXml" ds:itemID="{11A2A412-8849-494A-AD62-849C335074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9E4198-EA76-41D1-BA93-5C0E022BEA68}">
  <ds:schemaRefs>
    <ds:schemaRef ds:uri="4e8751e5-3848-4b34-b242-30c4c2c4c979"/>
    <ds:schemaRef ds:uri="601e7d48-2183-4f89-9c5e-88ac28e28b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619BDC2-EB4D-4233-A3E2-6B24AF9BD0D0}">
  <ds:schemaRefs>
    <ds:schemaRef ds:uri="4e8751e5-3848-4b34-b242-30c4c2c4c979"/>
    <ds:schemaRef ds:uri="601e7d48-2183-4f89-9c5e-88ac28e28b7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259</Words>
  <Application>Microsoft Office PowerPoint</Application>
  <PresentationFormat>Personalizar</PresentationFormat>
  <Paragraphs>58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Gotham Light</vt:lpstr>
      <vt:lpstr>Gotham</vt:lpstr>
      <vt:lpstr>Arial</vt:lpstr>
      <vt:lpstr>Gotham Bold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Cópia de Apresentação - Governo Goiás</dc:title>
  <dc:creator>Maykell Mendes Guimaraes</dc:creator>
  <cp:lastModifiedBy>Lucas Nogueira Lopes</cp:lastModifiedBy>
  <cp:revision>3</cp:revision>
  <dcterms:created xsi:type="dcterms:W3CDTF">2006-08-16T00:00:00Z</dcterms:created>
  <dcterms:modified xsi:type="dcterms:W3CDTF">2026-07-15T18:00:25Z</dcterms:modified>
  <dc:identifier>DAGdyuBx1aE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0x010100AFD77DFEAF9D094E9A75E4137E454D23</vt:lpwstr>
  </property>
  <property fmtid="{D5CDD505-2E9C-101B-9397-08002B2CF9AE}" pid="3" name="MediaServiceImageTags">
    <vt:lpwstr/>
  </property>
  <property fmtid="{D5CDD505-2E9C-101B-9397-08002B2CF9AE}" pid="4" name="JullianaGentil">
    <vt:lpwstr/>
  </property>
</Properties>
</file>