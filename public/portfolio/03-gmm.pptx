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8"/>
  </p:notesMasterIdLst>
  <p:sldIdLst>
    <p:sldId id="280" r:id="rId5"/>
    <p:sldId id="514" r:id="rId6"/>
    <p:sldId id="637" r:id="rId7"/>
  </p:sldIdLst>
  <p:sldSz cx="18288000" cy="10287000"/>
  <p:notesSz cx="6858000" cy="9144000"/>
  <p:embeddedFontLst>
    <p:embeddedFont>
      <p:font typeface="Gotham" panose="020B0604020202020204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ick Esteves" initials="" lastIdx="4" clrIdx="0">
    <p:extLst>
      <p:ext uri="{19B8F6BF-5375-455C-9EA6-DF929625EA0E}">
        <p15:presenceInfo xmlns:p15="http://schemas.microsoft.com/office/powerpoint/2012/main" userId="S::erick.esteves@gestaodma.com.br::553c7fd5-ff97-48fc-a7e2-fca936a1ced7" providerId="AD"/>
      </p:ext>
    </p:extLst>
  </p:cmAuthor>
  <p:cmAuthor id="2" name="Carlos Eduardo da Silva Duarte" initials="CE" lastIdx="2" clrIdx="1">
    <p:extLst>
      <p:ext uri="{19B8F6BF-5375-455C-9EA6-DF929625EA0E}">
        <p15:presenceInfo xmlns:p15="http://schemas.microsoft.com/office/powerpoint/2012/main" userId="S::carlos.sduarte@fornecedores.goias.gov.br::5f8f9a9f-adf7-4680-a019-47e3a6423b3a" providerId="AD"/>
      </p:ext>
    </p:extLst>
  </p:cmAuthor>
  <p:cmAuthor id="3" name="Ana Luísa Neves" initials="AN" lastIdx="1" clrIdx="2">
    <p:extLst>
      <p:ext uri="{19B8F6BF-5375-455C-9EA6-DF929625EA0E}">
        <p15:presenceInfo xmlns:p15="http://schemas.microsoft.com/office/powerpoint/2012/main" userId="S::ana.nabreu_outlook.com#ext#@consorciogerenciadordma.onmicrosoft.com::4de49deb-56eb-4b2c-8912-3efcae8a50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9E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54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Nogueira Lopes" userId="S::lucas.nlopes@fornecedores.goias.gov.br::b4794c58-b96d-4e49-8f1f-2dabfe8a9e6e" providerId="AD" clId="Web-{00A0F0C8-4C82-2C1F-4799-F3CAC744C60B}"/>
    <pc:docChg chg="modSld">
      <pc:chgData name="Lucas Nogueira Lopes" userId="S::lucas.nlopes@fornecedores.goias.gov.br::b4794c58-b96d-4e49-8f1f-2dabfe8a9e6e" providerId="AD" clId="Web-{00A0F0C8-4C82-2C1F-4799-F3CAC744C60B}" dt="2026-07-13T12:17:33.487" v="2" actId="20577"/>
      <pc:docMkLst>
        <pc:docMk/>
      </pc:docMkLst>
      <pc:sldChg chg="modSp">
        <pc:chgData name="Lucas Nogueira Lopes" userId="S::lucas.nlopes@fornecedores.goias.gov.br::b4794c58-b96d-4e49-8f1f-2dabfe8a9e6e" providerId="AD" clId="Web-{00A0F0C8-4C82-2C1F-4799-F3CAC744C60B}" dt="2026-07-13T12:17:33.487" v="2" actId="20577"/>
        <pc:sldMkLst>
          <pc:docMk/>
          <pc:sldMk cId="358138668" sldId="280"/>
        </pc:sldMkLst>
        <pc:spChg chg="mod">
          <ac:chgData name="Lucas Nogueira Lopes" userId="S::lucas.nlopes@fornecedores.goias.gov.br::b4794c58-b96d-4e49-8f1f-2dabfe8a9e6e" providerId="AD" clId="Web-{00A0F0C8-4C82-2C1F-4799-F3CAC744C60B}" dt="2026-07-13T12:17:33.487" v="2" actId="20577"/>
          <ac:spMkLst>
            <pc:docMk/>
            <pc:sldMk cId="358138668" sldId="280"/>
            <ac:spMk id="18" creationId="{BC4BEB8A-D56E-72DB-1CF8-6639A47B3880}"/>
          </ac:spMkLst>
        </pc:spChg>
      </pc:sldChg>
    </pc:docChg>
  </pc:docChgLst>
  <pc:docChgLst>
    <pc:chgData name="Lucas Nogueira Lopes" userId="b4794c58-b96d-4e49-8f1f-2dabfe8a9e6e" providerId="ADAL" clId="{816383E1-CDCA-4CC2-B79A-A3F515FC65D6}"/>
    <pc:docChg chg="undo custSel modSld">
      <pc:chgData name="Lucas Nogueira Lopes" userId="b4794c58-b96d-4e49-8f1f-2dabfe8a9e6e" providerId="ADAL" clId="{816383E1-CDCA-4CC2-B79A-A3F515FC65D6}" dt="2026-07-23T18:55:05.719" v="169" actId="113"/>
      <pc:docMkLst>
        <pc:docMk/>
      </pc:docMkLst>
      <pc:sldChg chg="modSp mod">
        <pc:chgData name="Lucas Nogueira Lopes" userId="b4794c58-b96d-4e49-8f1f-2dabfe8a9e6e" providerId="ADAL" clId="{816383E1-CDCA-4CC2-B79A-A3F515FC65D6}" dt="2026-07-23T18:53:55.919" v="129" actId="20577"/>
        <pc:sldMkLst>
          <pc:docMk/>
          <pc:sldMk cId="1222634244" sldId="514"/>
        </pc:sldMkLst>
        <pc:spChg chg="mod">
          <ac:chgData name="Lucas Nogueira Lopes" userId="b4794c58-b96d-4e49-8f1f-2dabfe8a9e6e" providerId="ADAL" clId="{816383E1-CDCA-4CC2-B79A-A3F515FC65D6}" dt="2026-07-23T18:53:55.919" v="129" actId="20577"/>
          <ac:spMkLst>
            <pc:docMk/>
            <pc:sldMk cId="1222634244" sldId="514"/>
            <ac:spMk id="5" creationId="{7FE9E6FD-9A46-7802-D7AA-96D9BCC7313F}"/>
          </ac:spMkLst>
        </pc:spChg>
      </pc:sldChg>
      <pc:sldChg chg="modSp mod">
        <pc:chgData name="Lucas Nogueira Lopes" userId="b4794c58-b96d-4e49-8f1f-2dabfe8a9e6e" providerId="ADAL" clId="{816383E1-CDCA-4CC2-B79A-A3F515FC65D6}" dt="2026-07-23T18:55:05.719" v="169" actId="113"/>
        <pc:sldMkLst>
          <pc:docMk/>
          <pc:sldMk cId="2195913914" sldId="637"/>
        </pc:sldMkLst>
        <pc:spChg chg="mod">
          <ac:chgData name="Lucas Nogueira Lopes" userId="b4794c58-b96d-4e49-8f1f-2dabfe8a9e6e" providerId="ADAL" clId="{816383E1-CDCA-4CC2-B79A-A3F515FC65D6}" dt="2026-07-23T18:55:05.719" v="169" actId="113"/>
          <ac:spMkLst>
            <pc:docMk/>
            <pc:sldMk cId="2195913914" sldId="637"/>
            <ac:spMk id="7" creationId="{95C69338-389C-59BA-653A-A21C488198A7}"/>
          </ac:spMkLst>
        </pc:spChg>
        <pc:spChg chg="mod">
          <ac:chgData name="Lucas Nogueira Lopes" userId="b4794c58-b96d-4e49-8f1f-2dabfe8a9e6e" providerId="ADAL" clId="{816383E1-CDCA-4CC2-B79A-A3F515FC65D6}" dt="2026-07-17T17:09:06.108" v="10" actId="1035"/>
          <ac:spMkLst>
            <pc:docMk/>
            <pc:sldMk cId="2195913914" sldId="637"/>
            <ac:spMk id="27" creationId="{75A7962D-C217-22F2-9384-AE71BB3C484A}"/>
          </ac:spMkLst>
        </pc:spChg>
        <pc:grpChg chg="mod">
          <ac:chgData name="Lucas Nogueira Lopes" userId="b4794c58-b96d-4e49-8f1f-2dabfe8a9e6e" providerId="ADAL" clId="{816383E1-CDCA-4CC2-B79A-A3F515FC65D6}" dt="2026-07-17T17:09:06.108" v="10" actId="1035"/>
          <ac:grpSpMkLst>
            <pc:docMk/>
            <pc:sldMk cId="2195913914" sldId="637"/>
            <ac:grpSpMk id="4" creationId="{B0A88134-FB17-BDA8-5E59-9AD8C406B792}"/>
          </ac:grpSpMkLst>
        </pc:grpChg>
      </pc:sldChg>
    </pc:docChg>
  </pc:docChgLst>
  <pc:docChgLst>
    <pc:chgData name="Icara Tainara Tome Menezes" userId="S::icara.menezes@fornecedores.goias.gov.br::69f80634-65c6-4680-bf14-3e84b17b1947" providerId="AD" clId="Web-{925D29B3-C9BC-B0A6-18EE-1E9F8E4BD3FF}"/>
    <pc:docChg chg="modSld">
      <pc:chgData name="Icara Tainara Tome Menezes" userId="S::icara.menezes@fornecedores.goias.gov.br::69f80634-65c6-4680-bf14-3e84b17b1947" providerId="AD" clId="Web-{925D29B3-C9BC-B0A6-18EE-1E9F8E4BD3FF}" dt="2026-07-13T12:08:24.437" v="9" actId="20577"/>
      <pc:docMkLst>
        <pc:docMk/>
      </pc:docMkLst>
      <pc:sldChg chg="modSp">
        <pc:chgData name="Icara Tainara Tome Menezes" userId="S::icara.menezes@fornecedores.goias.gov.br::69f80634-65c6-4680-bf14-3e84b17b1947" providerId="AD" clId="Web-{925D29B3-C9BC-B0A6-18EE-1E9F8E4BD3FF}" dt="2026-07-13T12:08:24.437" v="9" actId="20577"/>
        <pc:sldMkLst>
          <pc:docMk/>
          <pc:sldMk cId="1222634244" sldId="514"/>
        </pc:sldMkLst>
        <pc:spChg chg="mod">
          <ac:chgData name="Icara Tainara Tome Menezes" userId="S::icara.menezes@fornecedores.goias.gov.br::69f80634-65c6-4680-bf14-3e84b17b1947" providerId="AD" clId="Web-{925D29B3-C9BC-B0A6-18EE-1E9F8E4BD3FF}" dt="2026-07-13T12:08:24.437" v="9" actId="20577"/>
          <ac:spMkLst>
            <pc:docMk/>
            <pc:sldMk cId="1222634244" sldId="514"/>
            <ac:spMk id="5" creationId="{7FE9E6FD-9A46-7802-D7AA-96D9BCC7313F}"/>
          </ac:spMkLst>
        </pc:spChg>
      </pc:sldChg>
    </pc:docChg>
  </pc:docChgLst>
  <pc:docChgLst>
    <pc:chgData name="Icara Tainara Tome Menezes" userId="S::icara.menezes@fornecedores.goias.gov.br::69f80634-65c6-4680-bf14-3e84b17b1947" providerId="AD" clId="Web-{3675F016-36AA-98F7-EEA1-52542374BF26}"/>
    <pc:docChg chg="modSld">
      <pc:chgData name="Icara Tainara Tome Menezes" userId="S::icara.menezes@fornecedores.goias.gov.br::69f80634-65c6-4680-bf14-3e84b17b1947" providerId="AD" clId="Web-{3675F016-36AA-98F7-EEA1-52542374BF26}" dt="2026-07-24T11:53:59.908" v="1" actId="20577"/>
      <pc:docMkLst>
        <pc:docMk/>
      </pc:docMkLst>
      <pc:sldChg chg="modSp">
        <pc:chgData name="Icara Tainara Tome Menezes" userId="S::icara.menezes@fornecedores.goias.gov.br::69f80634-65c6-4680-bf14-3e84b17b1947" providerId="AD" clId="Web-{3675F016-36AA-98F7-EEA1-52542374BF26}" dt="2026-07-24T11:53:59.908" v="1" actId="20577"/>
        <pc:sldMkLst>
          <pc:docMk/>
          <pc:sldMk cId="1222634244" sldId="514"/>
        </pc:sldMkLst>
        <pc:spChg chg="mod">
          <ac:chgData name="Icara Tainara Tome Menezes" userId="S::icara.menezes@fornecedores.goias.gov.br::69f80634-65c6-4680-bf14-3e84b17b1947" providerId="AD" clId="Web-{3675F016-36AA-98F7-EEA1-52542374BF26}" dt="2026-07-24T11:53:59.908" v="1" actId="20577"/>
          <ac:spMkLst>
            <pc:docMk/>
            <pc:sldMk cId="1222634244" sldId="514"/>
            <ac:spMk id="5" creationId="{7FE9E6FD-9A46-7802-D7AA-96D9BCC7313F}"/>
          </ac:spMkLst>
        </pc:spChg>
      </pc:sldChg>
    </pc:docChg>
  </pc:docChgLst>
  <pc:docChgLst>
    <pc:chgData name="Rodolfo Parussoli" userId="c7faa30e-8fea-4bad-a83c-cea8df40b9da" providerId="ADAL" clId="{E1647156-5E49-4622-8F27-0D63BDF71F2D}"/>
    <pc:docChg chg="modSld">
      <pc:chgData name="Rodolfo Parussoli" userId="c7faa30e-8fea-4bad-a83c-cea8df40b9da" providerId="ADAL" clId="{E1647156-5E49-4622-8F27-0D63BDF71F2D}" dt="2026-08-07T13:27:47.137" v="21" actId="6549"/>
      <pc:docMkLst>
        <pc:docMk/>
      </pc:docMkLst>
      <pc:sldChg chg="modSp mod">
        <pc:chgData name="Rodolfo Parussoli" userId="c7faa30e-8fea-4bad-a83c-cea8df40b9da" providerId="ADAL" clId="{E1647156-5E49-4622-8F27-0D63BDF71F2D}" dt="2026-08-07T13:27:47.137" v="21" actId="6549"/>
        <pc:sldMkLst>
          <pc:docMk/>
          <pc:sldMk cId="2195913914" sldId="637"/>
        </pc:sldMkLst>
        <pc:spChg chg="mod">
          <ac:chgData name="Rodolfo Parussoli" userId="c7faa30e-8fea-4bad-a83c-cea8df40b9da" providerId="ADAL" clId="{E1647156-5E49-4622-8F27-0D63BDF71F2D}" dt="2026-08-07T13:27:47.137" v="21" actId="6549"/>
          <ac:spMkLst>
            <pc:docMk/>
            <pc:sldMk cId="2195913914" sldId="637"/>
            <ac:spMk id="7" creationId="{95C69338-389C-59BA-653A-A21C488198A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88CC4-72A2-843C-4944-456A4B3D1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87E10-BE6B-56BC-BB6D-14B482B84C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0B8750-2613-2DBD-A7F4-F4E5ED7DBA5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9898C25-76A4-B950-30A6-A03FD8EE20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0D2926E-7367-3628-2CE4-C9CA8A10C0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FD9712-B17C-DA7D-37C0-B929D4EE3D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6D28CC-FDDD-3456-0CEA-258A8985A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61262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9916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3390B-9C6F-F73A-A602-E1AA53B6D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045F9D75-14F9-8901-3077-A514CB12D9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7607300" y="-2711"/>
            <a:ext cx="15543789" cy="10362525"/>
          </a:xfrm>
          <a:prstGeom prst="rect">
            <a:avLst/>
          </a:prstGeom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24AA88BE-391A-0FC5-3793-3DD348968907}"/>
              </a:ext>
            </a:extLst>
          </p:cNvPr>
          <p:cNvSpPr/>
          <p:nvPr/>
        </p:nvSpPr>
        <p:spPr>
          <a:xfrm rot="-5400000">
            <a:off x="5152519" y="10028"/>
            <a:ext cx="10288011" cy="10267949"/>
          </a:xfrm>
          <a:custGeom>
            <a:avLst/>
            <a:gdLst/>
            <a:ahLst/>
            <a:cxnLst/>
            <a:rect l="l" t="t" r="r" b="b"/>
            <a:pathLst>
              <a:path w="10288011" h="15430499">
                <a:moveTo>
                  <a:pt x="0" y="0"/>
                </a:moveTo>
                <a:lnTo>
                  <a:pt x="10288012" y="0"/>
                </a:lnTo>
                <a:lnTo>
                  <a:pt x="10288012" y="15430499"/>
                </a:lnTo>
                <a:lnTo>
                  <a:pt x="0" y="154304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 l="-5" r="-5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5A7A7DA-F352-7E05-675D-42CE4C1733D8}"/>
              </a:ext>
            </a:extLst>
          </p:cNvPr>
          <p:cNvGrpSpPr/>
          <p:nvPr/>
        </p:nvGrpSpPr>
        <p:grpSpPr>
          <a:xfrm>
            <a:off x="5176157" y="0"/>
            <a:ext cx="13125450" cy="10287000"/>
            <a:chOff x="18143" y="0"/>
            <a:chExt cx="175006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7455ECC-105B-DD03-19EC-D29A6C87ADD6}"/>
                </a:ext>
              </a:extLst>
            </p:cNvPr>
            <p:cNvSpPr/>
            <p:nvPr/>
          </p:nvSpPr>
          <p:spPr>
            <a:xfrm>
              <a:off x="18143" y="0"/>
              <a:ext cx="17500600" cy="13716000"/>
            </a:xfrm>
            <a:custGeom>
              <a:avLst/>
              <a:gdLst/>
              <a:ahLst/>
              <a:cxnLst/>
              <a:rect l="l" t="t" r="r" b="b"/>
              <a:pathLst>
                <a:path w="17500600" h="13716000">
                  <a:moveTo>
                    <a:pt x="0" y="0"/>
                  </a:moveTo>
                  <a:lnTo>
                    <a:pt x="17500600" y="0"/>
                  </a:lnTo>
                  <a:lnTo>
                    <a:pt x="17500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3C96E2E3-A936-22DA-447D-1657E51596FF}"/>
              </a:ext>
            </a:extLst>
          </p:cNvPr>
          <p:cNvSpPr txBox="1"/>
          <p:nvPr/>
        </p:nvSpPr>
        <p:spPr>
          <a:xfrm>
            <a:off x="6458508" y="3729055"/>
            <a:ext cx="6060114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600">
                <a:solidFill>
                  <a:srgbClr val="00B050"/>
                </a:solidFill>
                <a:latin typeface="Gotham"/>
                <a:ea typeface="Gotham"/>
                <a:cs typeface="Gotham"/>
                <a:sym typeface="Gotham"/>
              </a:rPr>
              <a:t>GMM – PROGRAMA GOIÁS EM MOVIMENTO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3E09BA4-6ECE-8B7C-83C7-BBA770EA7205}"/>
              </a:ext>
            </a:extLst>
          </p:cNvPr>
          <p:cNvSpPr txBox="1"/>
          <p:nvPr/>
        </p:nvSpPr>
        <p:spPr>
          <a:xfrm>
            <a:off x="6113943" y="-190500"/>
            <a:ext cx="6060114" cy="459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20"/>
              </a:lnSpc>
            </a:pPr>
            <a:r>
              <a:rPr lang="en-US" sz="29850">
                <a:solidFill>
                  <a:srgbClr val="2DA54A"/>
                </a:solidFill>
                <a:latin typeface="Gotham Light"/>
                <a:ea typeface="Gotham Light"/>
                <a:cs typeface="Gotham Light"/>
                <a:sym typeface="Gotham Light"/>
              </a:rPr>
              <a:t>03.</a:t>
            </a:r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3ABED637-5E32-558C-CFF7-05E8A810A476}"/>
              </a:ext>
            </a:extLst>
          </p:cNvPr>
          <p:cNvGrpSpPr/>
          <p:nvPr/>
        </p:nvGrpSpPr>
        <p:grpSpPr>
          <a:xfrm>
            <a:off x="7120414" y="5759373"/>
            <a:ext cx="2812677" cy="3028750"/>
            <a:chOff x="0" y="0"/>
            <a:chExt cx="4019550" cy="4092576"/>
          </a:xfrm>
        </p:grpSpPr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876B390F-B41A-73B9-5392-011D80BA13B8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580F3624-2E08-1252-3179-C1C1D77AEECF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18" name="TextBox 26">
            <a:extLst>
              <a:ext uri="{FF2B5EF4-FFF2-40B4-BE49-F238E27FC236}">
                <a16:creationId xmlns:a16="http://schemas.microsoft.com/office/drawing/2014/main" id="{BC4BEB8A-D56E-72DB-1CF8-6639A47B3880}"/>
              </a:ext>
            </a:extLst>
          </p:cNvPr>
          <p:cNvSpPr txBox="1"/>
          <p:nvPr/>
        </p:nvSpPr>
        <p:spPr>
          <a:xfrm>
            <a:off x="7233358" y="6725980"/>
            <a:ext cx="2470678" cy="819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endParaRPr dirty="0">
              <a:highlight>
                <a:srgbClr val="FF0000"/>
              </a:highlight>
            </a:endParaRPr>
          </a:p>
          <a:p>
            <a:pPr algn="ctr">
              <a:lnSpc>
                <a:spcPts val="2160"/>
              </a:lnSpc>
            </a:pPr>
            <a:r>
              <a:rPr lang="en-US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241 </a:t>
            </a:r>
            <a:r>
              <a:rPr lang="en-US" sz="18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MUNICÍPIOS</a:t>
            </a:r>
            <a:r>
              <a:rPr lang="en-US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CONTEMPLADOS</a:t>
            </a:r>
            <a:endParaRPr lang="en-US" sz="1800" b="1" dirty="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4BC396AE-3A03-CC19-36EE-680ECF786F35}"/>
              </a:ext>
            </a:extLst>
          </p:cNvPr>
          <p:cNvGrpSpPr/>
          <p:nvPr/>
        </p:nvGrpSpPr>
        <p:grpSpPr>
          <a:xfrm>
            <a:off x="10324048" y="5759372"/>
            <a:ext cx="2812677" cy="3028750"/>
            <a:chOff x="0" y="0"/>
            <a:chExt cx="4019550" cy="4092576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6E853E3F-7C67-65EC-9583-5823F4AC060D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80469ABB-6104-1CF9-3576-BF6829C71622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22" name="TextBox 26">
            <a:extLst>
              <a:ext uri="{FF2B5EF4-FFF2-40B4-BE49-F238E27FC236}">
                <a16:creationId xmlns:a16="http://schemas.microsoft.com/office/drawing/2014/main" id="{074681DE-52AE-C33F-4A8C-6F7AD3215977}"/>
              </a:ext>
            </a:extLst>
          </p:cNvPr>
          <p:cNvSpPr txBox="1"/>
          <p:nvPr/>
        </p:nvSpPr>
        <p:spPr>
          <a:xfrm>
            <a:off x="10507329" y="6746151"/>
            <a:ext cx="2470678" cy="1100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endParaRPr/>
          </a:p>
          <a:p>
            <a:pPr algn="ctr">
              <a:lnSpc>
                <a:spcPts val="2160"/>
              </a:lnSpc>
            </a:pPr>
            <a:r>
              <a:rPr lang="pt-BR" b="1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ÁREA </a:t>
            </a:r>
            <a:r>
              <a:rPr lang="pt-BR" b="1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CONTRATADA</a:t>
            </a:r>
            <a:r>
              <a:rPr lang="pt-BR" b="1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21.166.906,07m²</a:t>
            </a:r>
            <a:endParaRPr lang="pt-BR" sz="1800" b="1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ctr">
              <a:lnSpc>
                <a:spcPts val="2160"/>
              </a:lnSpc>
              <a:spcBef>
                <a:spcPct val="0"/>
              </a:spcBef>
            </a:pPr>
            <a:endParaRPr lang="en-US" sz="180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23" name="Group 9">
            <a:extLst>
              <a:ext uri="{FF2B5EF4-FFF2-40B4-BE49-F238E27FC236}">
                <a16:creationId xmlns:a16="http://schemas.microsoft.com/office/drawing/2014/main" id="{65AA0DAC-1DF9-0342-774C-507EDFDA99F7}"/>
              </a:ext>
            </a:extLst>
          </p:cNvPr>
          <p:cNvGrpSpPr/>
          <p:nvPr/>
        </p:nvGrpSpPr>
        <p:grpSpPr>
          <a:xfrm>
            <a:off x="13527682" y="5759371"/>
            <a:ext cx="2812677" cy="3028750"/>
            <a:chOff x="0" y="0"/>
            <a:chExt cx="4019550" cy="4092576"/>
          </a:xfrm>
        </p:grpSpPr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F691FB16-C362-33EC-1CB8-E15F81AD8B5E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5" name="TextBox 11">
              <a:extLst>
                <a:ext uri="{FF2B5EF4-FFF2-40B4-BE49-F238E27FC236}">
                  <a16:creationId xmlns:a16="http://schemas.microsoft.com/office/drawing/2014/main" id="{DF382644-20E7-D130-55A6-935CD5844015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CEB00B13-EFCC-6A62-F2C9-90B9F5C35AB8}"/>
              </a:ext>
            </a:extLst>
          </p:cNvPr>
          <p:cNvSpPr txBox="1"/>
          <p:nvPr/>
        </p:nvSpPr>
        <p:spPr>
          <a:xfrm>
            <a:off x="13698681" y="6605086"/>
            <a:ext cx="2470678" cy="13823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endParaRPr dirty="0">
              <a:highlight>
                <a:srgbClr val="FF0000"/>
              </a:highlight>
            </a:endParaRPr>
          </a:p>
          <a:p>
            <a:pPr algn="ctr">
              <a:lnSpc>
                <a:spcPts val="2160"/>
              </a:lnSpc>
            </a:pPr>
            <a:r>
              <a:rPr lang="pt-BR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VALOR TOTAL CONTRATADO: </a:t>
            </a:r>
          </a:p>
          <a:p>
            <a:pPr algn="ctr">
              <a:lnSpc>
                <a:spcPts val="2160"/>
              </a:lnSpc>
            </a:pPr>
            <a:r>
              <a:rPr lang="pt-BR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R$ 734.391.663,46 </a:t>
            </a:r>
            <a:endParaRPr lang="pt-BR" sz="1800" b="1" dirty="0">
              <a:solidFill>
                <a:schemeClr val="bg1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ctr">
              <a:lnSpc>
                <a:spcPts val="2160"/>
              </a:lnSpc>
              <a:spcBef>
                <a:spcPct val="0"/>
              </a:spcBef>
            </a:pPr>
            <a:endParaRPr lang="en-US" sz="1800" dirty="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FA9F39E-B9A6-0D51-769A-5D1FD0C230B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CD181EC-51B9-8D06-109D-A9E5AABA66B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1746" y="388485"/>
            <a:ext cx="4304721" cy="241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38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928B5-CA75-E53A-7C33-231FFA0A3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7FE9E6FD-9A46-7802-D7AA-96D9BCC7313F}"/>
              </a:ext>
            </a:extLst>
          </p:cNvPr>
          <p:cNvSpPr txBox="1"/>
          <p:nvPr/>
        </p:nvSpPr>
        <p:spPr>
          <a:xfrm>
            <a:off x="2688415" y="2868142"/>
            <a:ext cx="8003890" cy="20242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LOTES: </a:t>
            </a:r>
            <a:r>
              <a:rPr lang="pt-BR" dirty="0">
                <a:latin typeface="Gotham"/>
                <a:sym typeface="Gotham"/>
              </a:rPr>
              <a:t>62, 78, 79, 80, 81, 83, 84, 85, 86, 87, 88, 89, 90, 91, 92, 93, 94, 95, 96, 97, 98, 99, 100, 101, 102, 103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DOS CONTRATOS: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R$ </a:t>
            </a:r>
            <a:r>
              <a:rPr lang="pt-BR" b="1" dirty="0"/>
              <a:t> </a:t>
            </a:r>
            <a:r>
              <a:rPr lang="pt-BR" dirty="0">
                <a:latin typeface="Gotham" panose="020B0604020202020204"/>
              </a:rPr>
              <a:t>232.101.553,15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</a:rPr>
              <a:t>MUNICÍPIOS: </a:t>
            </a:r>
            <a:r>
              <a:rPr lang="pt-BR">
                <a:latin typeface="Gotham"/>
              </a:rPr>
              <a:t>184 municípios</a:t>
            </a:r>
            <a:endParaRPr lang="pt-BR">
              <a:latin typeface="Gotham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Em andamento</a:t>
            </a:r>
            <a:endParaRPr lang="pt-BR" dirty="0"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6717BE71-002A-901F-411F-7E004C64FB92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5E04CA35-F6B4-A0E2-D879-3D11A05D8085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3D498CA1-8C5B-6812-510B-D572E81C1607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595A315-533B-F7B9-D9D7-462D6A5307C2}"/>
              </a:ext>
            </a:extLst>
          </p:cNvPr>
          <p:cNvSpPr txBox="1"/>
          <p:nvPr/>
        </p:nvSpPr>
        <p:spPr>
          <a:xfrm>
            <a:off x="4313862" y="1288104"/>
            <a:ext cx="6247458" cy="835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PROGRAMA GOIÁS EM MOVIMENTO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F630812B-910C-E350-D773-11CF71D1A793}"/>
              </a:ext>
            </a:extLst>
          </p:cNvPr>
          <p:cNvGrpSpPr/>
          <p:nvPr/>
        </p:nvGrpSpPr>
        <p:grpSpPr>
          <a:xfrm>
            <a:off x="2346770" y="144177"/>
            <a:ext cx="11430190" cy="950624"/>
            <a:chOff x="0" y="0"/>
            <a:chExt cx="4908550" cy="1209676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414F9E0F-9349-854D-FF35-154F7516AE24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3C844E61-705D-D173-554F-694F9A5A1D22}"/>
              </a:ext>
            </a:extLst>
          </p:cNvPr>
          <p:cNvSpPr txBox="1"/>
          <p:nvPr/>
        </p:nvSpPr>
        <p:spPr>
          <a:xfrm>
            <a:off x="3235079" y="275171"/>
            <a:ext cx="11837281" cy="4772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EM ANDAMENTO – PROGRAMA GOIÁS EM MOVIMENTO</a:t>
            </a:r>
            <a:endParaRPr lang="en-US" sz="2200" b="1">
              <a:solidFill>
                <a:srgbClr val="FFFFFF"/>
              </a:solidFill>
              <a:latin typeface="Gotham"/>
              <a:sym typeface="Gotham"/>
            </a:endParaRP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EC389488-BC65-9DC0-33EE-478D83CF8B93}"/>
              </a:ext>
            </a:extLst>
          </p:cNvPr>
          <p:cNvGrpSpPr/>
          <p:nvPr/>
        </p:nvGrpSpPr>
        <p:grpSpPr>
          <a:xfrm>
            <a:off x="1944231" y="130543"/>
            <a:ext cx="904875" cy="907257"/>
            <a:chOff x="0" y="0"/>
            <a:chExt cx="1206500" cy="1209676"/>
          </a:xfrm>
        </p:grpSpPr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DA6B7122-E129-EF64-7265-E3C243318287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D71D260A-871B-67E7-4C39-62FF1FA874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E9D31BD1-3B6D-599A-64A4-FE54EEB3A528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B55C647-BCE2-C862-45CE-C4B3E011CE95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8D86700-B8BA-5343-1B52-B3E14F8D1058}"/>
              </a:ext>
            </a:extLst>
          </p:cNvPr>
          <p:cNvSpPr txBox="1"/>
          <p:nvPr/>
        </p:nvSpPr>
        <p:spPr>
          <a:xfrm>
            <a:off x="-189350" y="8141378"/>
            <a:ext cx="23918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GMM </a:t>
            </a:r>
          </a:p>
          <a:p>
            <a:pPr algn="ctr"/>
            <a:r>
              <a:rPr lang="it-IT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DB42932-71C9-3D9F-CF88-CA8DD3D44C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0" r="16430"/>
          <a:stretch/>
        </p:blipFill>
        <p:spPr>
          <a:xfrm>
            <a:off x="13811086" y="5295900"/>
            <a:ext cx="3564812" cy="398217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6BBF659-5F0E-68C9-82E0-3B223F2FDA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0" r="16430"/>
          <a:stretch/>
        </p:blipFill>
        <p:spPr>
          <a:xfrm>
            <a:off x="13940070" y="1162125"/>
            <a:ext cx="3564807" cy="398217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2634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D418E-0C81-DEFE-7BC1-32A8525DC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6DA71221-71BE-0A64-B0CB-867EEB24E6DA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B0A88134-FB17-BDA8-5E59-9AD8C406B792}"/>
              </a:ext>
            </a:extLst>
          </p:cNvPr>
          <p:cNvGrpSpPr/>
          <p:nvPr/>
        </p:nvGrpSpPr>
        <p:grpSpPr>
          <a:xfrm>
            <a:off x="2346769" y="116286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9D223531-FC71-A4D7-4012-1F11EAA8E7A3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5A7962D-C217-22F2-9384-AE71BB3C484A}"/>
              </a:ext>
            </a:extLst>
          </p:cNvPr>
          <p:cNvSpPr txBox="1"/>
          <p:nvPr/>
        </p:nvSpPr>
        <p:spPr>
          <a:xfrm>
            <a:off x="4313862" y="1219864"/>
            <a:ext cx="6247458" cy="835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PROGRAMA GOIÁS EM MOVIMENTO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60DF05AF-8731-82F7-216E-2D18B1A4ECAD}"/>
              </a:ext>
            </a:extLst>
          </p:cNvPr>
          <p:cNvGrpSpPr/>
          <p:nvPr/>
        </p:nvGrpSpPr>
        <p:grpSpPr>
          <a:xfrm>
            <a:off x="2346770" y="144177"/>
            <a:ext cx="11430190" cy="950624"/>
            <a:chOff x="0" y="0"/>
            <a:chExt cx="4908550" cy="1209676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84EBC398-E680-6D70-1C24-73F456DFFB9A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0214F765-110D-0C77-AE08-D48BD07B3242}"/>
              </a:ext>
            </a:extLst>
          </p:cNvPr>
          <p:cNvSpPr txBox="1"/>
          <p:nvPr/>
        </p:nvSpPr>
        <p:spPr>
          <a:xfrm>
            <a:off x="3235079" y="275171"/>
            <a:ext cx="11837281" cy="4772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CONCLUÍDOS – PROGRAMA GOIÁS EM MOVIMENTO</a:t>
            </a:r>
            <a:endParaRPr lang="en-US" sz="2200" b="1">
              <a:solidFill>
                <a:srgbClr val="FFFFFF"/>
              </a:solidFill>
              <a:latin typeface="Gotham"/>
              <a:sym typeface="Gotham"/>
            </a:endParaRP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E4DCDE59-D066-0355-D1E2-4AE063CAB4F9}"/>
              </a:ext>
            </a:extLst>
          </p:cNvPr>
          <p:cNvGrpSpPr/>
          <p:nvPr/>
        </p:nvGrpSpPr>
        <p:grpSpPr>
          <a:xfrm>
            <a:off x="1944231" y="130543"/>
            <a:ext cx="904875" cy="907257"/>
            <a:chOff x="0" y="0"/>
            <a:chExt cx="1206500" cy="1209676"/>
          </a:xfrm>
        </p:grpSpPr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AB40944C-EE45-2CBE-3387-8CFFA8B19771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B2A6D553-8AB9-E6C8-1511-EDAB6C60A3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C66F2344-FC17-CE88-194A-922F93C9D713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DF19AC5-8460-DC8D-89A7-0B5B6A8434FF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F4829D9-2497-AC7C-E9FE-509369AC2ECA}"/>
              </a:ext>
            </a:extLst>
          </p:cNvPr>
          <p:cNvSpPr txBox="1"/>
          <p:nvPr/>
        </p:nvSpPr>
        <p:spPr>
          <a:xfrm>
            <a:off x="-189350" y="8141378"/>
            <a:ext cx="23918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GMM </a:t>
            </a:r>
          </a:p>
          <a:p>
            <a:pPr algn="ctr"/>
            <a:r>
              <a:rPr lang="it-IT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95C69338-389C-59BA-653A-A21C488198A7}"/>
              </a:ext>
            </a:extLst>
          </p:cNvPr>
          <p:cNvSpPr txBox="1"/>
          <p:nvPr/>
        </p:nvSpPr>
        <p:spPr>
          <a:xfrm>
            <a:off x="2849106" y="2586415"/>
            <a:ext cx="8809494" cy="6678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PERÍODO: 2022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LOTES: </a:t>
            </a:r>
            <a:r>
              <a:rPr lang="pt-BR" sz="1600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1, 3, 5.1, 6, 9, 11, 20, 21, 24, 27, 32, 34, 35, Luziânia</a:t>
            </a:r>
            <a:endParaRPr lang="pt-BR" sz="1600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DOS CONTRATOS FINALIZADOS NO PERÍODO: </a:t>
            </a:r>
            <a:r>
              <a:rPr lang="pt-BR" sz="1600" dirty="0">
                <a:latin typeface="Gotham" panose="020B0604020202020204"/>
              </a:rPr>
              <a:t>R$ 92.496.360,55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PERÍODO: 2023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LOTES: </a:t>
            </a:r>
            <a:r>
              <a:rPr lang="pt-BR" sz="1600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7, 8.1, 12, 13.1, 14, 16, 17, 19, 25, 28, 29, 33, 36, 37, 38, 40, 41, 42, 43, Aruanã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VALOR DOS CONTRATOS FINALIZADOS NO PERÍODO: </a:t>
            </a:r>
            <a:r>
              <a:rPr lang="pt-BR" sz="1600" dirty="0">
                <a:latin typeface="Gotham" panose="020B0604020202020204"/>
              </a:rPr>
              <a:t>R$ 144.631.226,70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PERÍODO: 2024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LOTES: </a:t>
            </a:r>
            <a:r>
              <a:rPr lang="pt-BR" sz="1600" dirty="0">
                <a:latin typeface="Gotham" panose="020B0604020202020204"/>
              </a:rPr>
              <a:t>15.1, 22, 23, 26, 30, 31, 39, 45, 46, 47, 48, 49, 50, 51, 52, 53, 54, 55, 56, 57, 58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VALOR DOS CONTRATOS FINALIZADOS NO PERÍODO: </a:t>
            </a:r>
            <a:r>
              <a:rPr lang="pt-BR" sz="1600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R$ </a:t>
            </a:r>
            <a:r>
              <a:rPr lang="pt-BR" sz="1600" dirty="0">
                <a:latin typeface="Gotham" panose="020B0604020202020204"/>
              </a:rPr>
              <a:t>141.375.439,45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PERÍODO: 2025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LOTES: </a:t>
            </a:r>
            <a:r>
              <a:rPr lang="pt-BR" sz="1600" dirty="0">
                <a:latin typeface="Gotham" panose="020B0604020202020204"/>
              </a:rPr>
              <a:t>60, 63, 67, 68, 69, 70, 73, 77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VALOR DOS CONTRATOS FINALIZADOS NO PERÍODO: </a:t>
            </a:r>
            <a:r>
              <a:rPr lang="pt-BR" sz="1600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R$ </a:t>
            </a:r>
            <a:r>
              <a:rPr lang="pt-BR" sz="1600" dirty="0">
                <a:latin typeface="Gotham" panose="020B0604020202020204"/>
              </a:rPr>
              <a:t>56.017.149,33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PERÍODO: 2026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LOTES: </a:t>
            </a:r>
            <a:r>
              <a:rPr lang="pt-BR" sz="1600" dirty="0">
                <a:latin typeface="Gotham"/>
                <a:sym typeface="Gotham"/>
              </a:rPr>
              <a:t>59, </a:t>
            </a:r>
            <a:r>
              <a:rPr lang="pt-BR" sz="1600" dirty="0">
                <a:latin typeface="Gotham" panose="020B0604020202020204"/>
              </a:rPr>
              <a:t>61, 64, 65, 66, 71, 72, 74, 76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DOS CONTRATOS  NO PERÍODO: </a:t>
            </a:r>
            <a:r>
              <a:rPr lang="pt-BR" sz="1600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R$ 95</a:t>
            </a:r>
            <a:r>
              <a:rPr lang="pt-BR" sz="1600" dirty="0">
                <a:latin typeface="Gotham" panose="020B0604020202020204"/>
              </a:rPr>
              <a:t>.327.754,02</a:t>
            </a:r>
          </a:p>
          <a:p>
            <a:pPr algn="ctr"/>
            <a:r>
              <a:rPr lang="pt-B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" panose="020B0604020202020204"/>
              </a:rPr>
              <a:t>INVESTIMENTO TOTAL</a:t>
            </a:r>
            <a:r>
              <a:rPr lang="pt-BR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" panose="020B0604020202020204"/>
              </a:rPr>
              <a:t>:</a:t>
            </a:r>
            <a:r>
              <a:rPr lang="pt-B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" panose="020B0604020202020204"/>
              </a:rPr>
              <a:t> </a:t>
            </a:r>
            <a:r>
              <a:rPr lang="pt-BR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" panose="020B0604020202020204"/>
              </a:rPr>
              <a:t>R</a:t>
            </a:r>
            <a:r>
              <a:rPr lang="pt-BR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" panose="020B0604020202020204"/>
              </a:rPr>
              <a:t>$</a:t>
            </a:r>
            <a:r>
              <a:rPr lang="pt-BR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" panose="020B0604020202020204"/>
              </a:rPr>
              <a:t> </a:t>
            </a:r>
            <a:r>
              <a:rPr lang="pt-BR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" panose="020B0604020202020204"/>
              </a:rPr>
              <a:t>529.847.930,05</a:t>
            </a:r>
            <a:endParaRPr lang="pt-BR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" panose="020B0604020202020204"/>
            </a:endParaRPr>
          </a:p>
          <a:p>
            <a:pPr algn="ctr"/>
            <a:r>
              <a:rPr lang="pt-B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" panose="020B0604020202020204"/>
              </a:rPr>
              <a:t>TOTAL DE MUNICÍPIOS CONTEMPLADOS</a:t>
            </a:r>
            <a:r>
              <a:rPr lang="pt-BR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" panose="020B0604020202020204"/>
              </a:rPr>
              <a:t>: 238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96024C0-DC66-E739-10D1-2F63A04D4F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8686" y="5143500"/>
            <a:ext cx="3564812" cy="398217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839E006-96BA-F010-B7B6-F8876C5C5B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670" y="1009725"/>
            <a:ext cx="3564807" cy="398217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5913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e8751e5-3848-4b34-b242-30c4c2c4c979">
      <Terms xmlns="http://schemas.microsoft.com/office/infopath/2007/PartnerControls"/>
    </lcf76f155ced4ddcb4097134ff3c332f>
    <Observa_x00e7__x00e3_o xmlns="4e8751e5-3848-4b34-b242-30c4c2c4c97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D77DFEAF9D094E9A75E4137E454D23" ma:contentTypeVersion="18" ma:contentTypeDescription="Crie um novo documento." ma:contentTypeScope="" ma:versionID="40a8e43dca7963e48a2fdfb70321ef92">
  <xsd:schema xmlns:xsd="http://www.w3.org/2001/XMLSchema" xmlns:xs="http://www.w3.org/2001/XMLSchema" xmlns:p="http://schemas.microsoft.com/office/2006/metadata/properties" xmlns:ns2="4e8751e5-3848-4b34-b242-30c4c2c4c979" xmlns:ns3="601e7d48-2183-4f89-9c5e-88ac28e28b7b" targetNamespace="http://schemas.microsoft.com/office/2006/metadata/properties" ma:root="true" ma:fieldsID="6d1c990e1239846d83663518dc2c1d47" ns2:_="" ns3:_="">
    <xsd:import namespace="4e8751e5-3848-4b34-b242-30c4c2c4c979"/>
    <xsd:import namespace="601e7d48-2183-4f89-9c5e-88ac28e28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Observa_x00e7__x00e3_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8751e5-3848-4b34-b242-30c4c2c4c9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Marcações de imagem" ma:readOnly="false" ma:fieldId="{5cf76f15-5ced-4ddc-b409-7134ff3c332f}" ma:taxonomyMulti="true" ma:sspId="f7517e60-a805-48cd-bbb9-1677eda333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bserva_x00e7__x00e3_o" ma:index="22" nillable="true" ma:displayName="Observação " ma:internalName="Observa_x00e7__x00e3_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1e7d48-2183-4f89-9c5e-88ac28e28b7b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19BDC2-EB4D-4233-A3E2-6B24AF9BD0D0}">
  <ds:schemaRefs>
    <ds:schemaRef ds:uri="4e8751e5-3848-4b34-b242-30c4c2c4c979"/>
    <ds:schemaRef ds:uri="601e7d48-2183-4f89-9c5e-88ac28e28b7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1A2A412-8849-494A-AD62-849C335074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9E4198-EA76-41D1-BA93-5C0E022BEA68}">
  <ds:schemaRefs>
    <ds:schemaRef ds:uri="4e8751e5-3848-4b34-b242-30c4c2c4c979"/>
    <ds:schemaRef ds:uri="601e7d48-2183-4f89-9c5e-88ac28e28b7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</TotalTime>
  <Words>364</Words>
  <Application>Microsoft Office PowerPoint</Application>
  <PresentationFormat>Personalizar</PresentationFormat>
  <Paragraphs>51</Paragraphs>
  <Slides>3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9" baseType="lpstr">
      <vt:lpstr>Gotham Light</vt:lpstr>
      <vt:lpstr>Calibri</vt:lpstr>
      <vt:lpstr>Arial</vt:lpstr>
      <vt:lpstr>Gotham</vt:lpstr>
      <vt:lpstr>Gotham Bold</vt:lpstr>
      <vt:lpstr>Office Theme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Cópia de Apresentação - Governo Goiás</dc:title>
  <dc:creator>Maykell Mendes Guimaraes</dc:creator>
  <cp:lastModifiedBy>Rodolfo Parussoli</cp:lastModifiedBy>
  <cp:revision>6</cp:revision>
  <dcterms:created xsi:type="dcterms:W3CDTF">2006-08-16T00:00:00Z</dcterms:created>
  <dcterms:modified xsi:type="dcterms:W3CDTF">2026-08-07T13:28:03Z</dcterms:modified>
  <dc:identifier>DAGdyuBx1aE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0x010100AFD77DFEAF9D094E9A75E4137E454D23</vt:lpwstr>
  </property>
  <property fmtid="{D5CDD505-2E9C-101B-9397-08002B2CF9AE}" pid="3" name="MediaServiceImageTags">
    <vt:lpwstr/>
  </property>
  <property fmtid="{D5CDD505-2E9C-101B-9397-08002B2CF9AE}" pid="4" name="JullianaGentil">
    <vt:lpwstr/>
  </property>
</Properties>
</file>