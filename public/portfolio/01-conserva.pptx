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9"/>
  </p:notesMasterIdLst>
  <p:sldIdLst>
    <p:sldId id="271" r:id="rId5"/>
    <p:sldId id="385" r:id="rId6"/>
    <p:sldId id="464" r:id="rId7"/>
    <p:sldId id="465" r:id="rId8"/>
    <p:sldId id="466" r:id="rId9"/>
    <p:sldId id="467" r:id="rId10"/>
    <p:sldId id="468" r:id="rId11"/>
    <p:sldId id="469" r:id="rId12"/>
    <p:sldId id="470" r:id="rId13"/>
    <p:sldId id="471" r:id="rId14"/>
    <p:sldId id="472" r:id="rId15"/>
    <p:sldId id="473" r:id="rId16"/>
    <p:sldId id="474" r:id="rId17"/>
    <p:sldId id="475" r:id="rId18"/>
    <p:sldId id="476" r:id="rId19"/>
    <p:sldId id="477" r:id="rId20"/>
    <p:sldId id="478" r:id="rId21"/>
    <p:sldId id="479" r:id="rId22"/>
    <p:sldId id="480" r:id="rId23"/>
    <p:sldId id="481" r:id="rId24"/>
    <p:sldId id="482" r:id="rId25"/>
    <p:sldId id="587" r:id="rId26"/>
    <p:sldId id="513" r:id="rId27"/>
    <p:sldId id="636" r:id="rId28"/>
  </p:sldIdLst>
  <p:sldSz cx="18288000" cy="10287000"/>
  <p:notesSz cx="6858000" cy="9144000"/>
  <p:embeddedFontLst>
    <p:embeddedFont>
      <p:font typeface="Gotham" panose="020B0604020202020204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commentAuthors" Target="commentAuthors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Nogueira Lopes" userId="b4794c58-b96d-4e49-8f1f-2dabfe8a9e6e" providerId="ADAL" clId="{816383E1-CDCA-4CC2-B79A-A3F515FC65D6}"/>
    <pc:docChg chg="undo redo custSel modSld">
      <pc:chgData name="Lucas Nogueira Lopes" userId="b4794c58-b96d-4e49-8f1f-2dabfe8a9e6e" providerId="ADAL" clId="{816383E1-CDCA-4CC2-B79A-A3F515FC65D6}" dt="2026-07-22T12:04:15.334" v="99" actId="20577"/>
      <pc:docMkLst>
        <pc:docMk/>
      </pc:docMkLst>
      <pc:sldChg chg="modSp mod">
        <pc:chgData name="Lucas Nogueira Lopes" userId="b4794c58-b96d-4e49-8f1f-2dabfe8a9e6e" providerId="ADAL" clId="{816383E1-CDCA-4CC2-B79A-A3F515FC65D6}" dt="2026-07-22T11:51:42.793" v="58" actId="1035"/>
        <pc:sldMkLst>
          <pc:docMk/>
          <pc:sldMk cId="1858974393" sldId="271"/>
        </pc:sldMkLst>
        <pc:spChg chg="mod">
          <ac:chgData name="Lucas Nogueira Lopes" userId="b4794c58-b96d-4e49-8f1f-2dabfe8a9e6e" providerId="ADAL" clId="{816383E1-CDCA-4CC2-B79A-A3F515FC65D6}" dt="2026-07-22T11:51:42.793" v="58" actId="1035"/>
          <ac:spMkLst>
            <pc:docMk/>
            <pc:sldMk cId="1858974393" sldId="271"/>
            <ac:spMk id="11" creationId="{2D759801-234F-1419-C635-33F3DEE2A3DA}"/>
          </ac:spMkLst>
        </pc:spChg>
      </pc:sldChg>
      <pc:sldChg chg="modSp mod">
        <pc:chgData name="Lucas Nogueira Lopes" userId="b4794c58-b96d-4e49-8f1f-2dabfe8a9e6e" providerId="ADAL" clId="{816383E1-CDCA-4CC2-B79A-A3F515FC65D6}" dt="2026-07-22T11:54:28.998" v="62" actId="20577"/>
        <pc:sldMkLst>
          <pc:docMk/>
          <pc:sldMk cId="732642632" sldId="385"/>
        </pc:sldMkLst>
        <pc:spChg chg="mod">
          <ac:chgData name="Lucas Nogueira Lopes" userId="b4794c58-b96d-4e49-8f1f-2dabfe8a9e6e" providerId="ADAL" clId="{816383E1-CDCA-4CC2-B79A-A3F515FC65D6}" dt="2026-07-22T11:54:28.998" v="62" actId="20577"/>
          <ac:spMkLst>
            <pc:docMk/>
            <pc:sldMk cId="732642632" sldId="385"/>
            <ac:spMk id="5" creationId="{B77AFABE-7A33-FFC8-A21E-C9B143B8005B}"/>
          </ac:spMkLst>
        </pc:spChg>
      </pc:sldChg>
      <pc:sldChg chg="modSp mod">
        <pc:chgData name="Lucas Nogueira Lopes" userId="b4794c58-b96d-4e49-8f1f-2dabfe8a9e6e" providerId="ADAL" clId="{816383E1-CDCA-4CC2-B79A-A3F515FC65D6}" dt="2026-07-22T11:54:18.971" v="61" actId="20577"/>
        <pc:sldMkLst>
          <pc:docMk/>
          <pc:sldMk cId="1757680560" sldId="464"/>
        </pc:sldMkLst>
        <pc:spChg chg="mod">
          <ac:chgData name="Lucas Nogueira Lopes" userId="b4794c58-b96d-4e49-8f1f-2dabfe8a9e6e" providerId="ADAL" clId="{816383E1-CDCA-4CC2-B79A-A3F515FC65D6}" dt="2026-07-22T11:54:18.971" v="61" actId="20577"/>
          <ac:spMkLst>
            <pc:docMk/>
            <pc:sldMk cId="1757680560" sldId="464"/>
            <ac:spMk id="31" creationId="{AA64D6DC-49BF-D6F7-F8CB-C912F718D879}"/>
          </ac:spMkLst>
        </pc:spChg>
      </pc:sldChg>
      <pc:sldChg chg="modSp mod">
        <pc:chgData name="Lucas Nogueira Lopes" userId="b4794c58-b96d-4e49-8f1f-2dabfe8a9e6e" providerId="ADAL" clId="{816383E1-CDCA-4CC2-B79A-A3F515FC65D6}" dt="2026-07-22T12:03:54.442" v="89" actId="113"/>
        <pc:sldMkLst>
          <pc:docMk/>
          <pc:sldMk cId="2673983680" sldId="513"/>
        </pc:sldMkLst>
        <pc:spChg chg="mod">
          <ac:chgData name="Lucas Nogueira Lopes" userId="b4794c58-b96d-4e49-8f1f-2dabfe8a9e6e" providerId="ADAL" clId="{816383E1-CDCA-4CC2-B79A-A3F515FC65D6}" dt="2026-07-22T12:03:54.442" v="89" actId="113"/>
          <ac:spMkLst>
            <pc:docMk/>
            <pc:sldMk cId="2673983680" sldId="513"/>
            <ac:spMk id="5" creationId="{597E7A73-43AC-DCA5-1112-FA07679F11A4}"/>
          </ac:spMkLst>
        </pc:spChg>
        <pc:spChg chg="mod">
          <ac:chgData name="Lucas Nogueira Lopes" userId="b4794c58-b96d-4e49-8f1f-2dabfe8a9e6e" providerId="ADAL" clId="{816383E1-CDCA-4CC2-B79A-A3F515FC65D6}" dt="2026-07-16T16:56:16.643" v="17" actId="1076"/>
          <ac:spMkLst>
            <pc:docMk/>
            <pc:sldMk cId="2673983680" sldId="513"/>
            <ac:spMk id="27" creationId="{4E4F6E9F-59CE-E7AE-68DF-D15C5199CEA0}"/>
          </ac:spMkLst>
        </pc:spChg>
      </pc:sldChg>
      <pc:sldChg chg="modSp mod">
        <pc:chgData name="Lucas Nogueira Lopes" userId="b4794c58-b96d-4e49-8f1f-2dabfe8a9e6e" providerId="ADAL" clId="{816383E1-CDCA-4CC2-B79A-A3F515FC65D6}" dt="2026-07-22T12:04:15.334" v="99" actId="20577"/>
        <pc:sldMkLst>
          <pc:docMk/>
          <pc:sldMk cId="3334409290" sldId="587"/>
        </pc:sldMkLst>
        <pc:spChg chg="mod">
          <ac:chgData name="Lucas Nogueira Lopes" userId="b4794c58-b96d-4e49-8f1f-2dabfe8a9e6e" providerId="ADAL" clId="{816383E1-CDCA-4CC2-B79A-A3F515FC65D6}" dt="2026-07-22T12:04:15.334" v="99" actId="20577"/>
          <ac:spMkLst>
            <pc:docMk/>
            <pc:sldMk cId="3334409290" sldId="587"/>
            <ac:spMk id="5" creationId="{101CE848-C3B3-188D-B56F-6BC07DA2232A}"/>
          </ac:spMkLst>
        </pc:spChg>
        <pc:spChg chg="mod">
          <ac:chgData name="Lucas Nogueira Lopes" userId="b4794c58-b96d-4e49-8f1f-2dabfe8a9e6e" providerId="ADAL" clId="{816383E1-CDCA-4CC2-B79A-A3F515FC65D6}" dt="2026-07-16T16:56:03.682" v="8" actId="1076"/>
          <ac:spMkLst>
            <pc:docMk/>
            <pc:sldMk cId="3334409290" sldId="587"/>
            <ac:spMk id="27" creationId="{FB4DF419-DDAB-B4E0-25DF-4DFD626D6F19}"/>
          </ac:spMkLst>
        </pc:spChg>
        <pc:picChg chg="mod">
          <ac:chgData name="Lucas Nogueira Lopes" userId="b4794c58-b96d-4e49-8f1f-2dabfe8a9e6e" providerId="ADAL" clId="{816383E1-CDCA-4CC2-B79A-A3F515FC65D6}" dt="2026-07-16T19:13:51.883" v="30" actId="14826"/>
          <ac:picMkLst>
            <pc:docMk/>
            <pc:sldMk cId="3334409290" sldId="587"/>
            <ac:picMk id="3" creationId="{1A9AC6CF-57B3-C71D-87A6-AE7C5BEF6811}"/>
          </ac:picMkLst>
        </pc:picChg>
        <pc:picChg chg="mod">
          <ac:chgData name="Lucas Nogueira Lopes" userId="b4794c58-b96d-4e49-8f1f-2dabfe8a9e6e" providerId="ADAL" clId="{816383E1-CDCA-4CC2-B79A-A3F515FC65D6}" dt="2026-07-16T19:17:11.349" v="41" actId="14826"/>
          <ac:picMkLst>
            <pc:docMk/>
            <pc:sldMk cId="3334409290" sldId="587"/>
            <ac:picMk id="24" creationId="{553486A1-EA8E-FF56-57F0-D13D84517BBB}"/>
          </ac:picMkLst>
        </pc:picChg>
        <pc:picChg chg="mod">
          <ac:chgData name="Lucas Nogueira Lopes" userId="b4794c58-b96d-4e49-8f1f-2dabfe8a9e6e" providerId="ADAL" clId="{816383E1-CDCA-4CC2-B79A-A3F515FC65D6}" dt="2026-07-16T19:18:15.639" v="43" actId="14826"/>
          <ac:picMkLst>
            <pc:docMk/>
            <pc:sldMk cId="3334409290" sldId="587"/>
            <ac:picMk id="25" creationId="{6056F0FE-C6EF-83F5-14FE-A28833420537}"/>
          </ac:picMkLst>
        </pc:picChg>
        <pc:picChg chg="mod">
          <ac:chgData name="Lucas Nogueira Lopes" userId="b4794c58-b96d-4e49-8f1f-2dabfe8a9e6e" providerId="ADAL" clId="{816383E1-CDCA-4CC2-B79A-A3F515FC65D6}" dt="2026-07-16T19:17:17.434" v="42" actId="14826"/>
          <ac:picMkLst>
            <pc:docMk/>
            <pc:sldMk cId="3334409290" sldId="587"/>
            <ac:picMk id="29" creationId="{47F857D4-F0B9-2E49-F285-1713E86DC866}"/>
          </ac:picMkLst>
        </pc:picChg>
      </pc:sldChg>
      <pc:sldChg chg="modSp mod">
        <pc:chgData name="Lucas Nogueira Lopes" userId="b4794c58-b96d-4e49-8f1f-2dabfe8a9e6e" providerId="ADAL" clId="{816383E1-CDCA-4CC2-B79A-A3F515FC65D6}" dt="2026-07-22T11:55:46.612" v="87" actId="20577"/>
        <pc:sldMkLst>
          <pc:docMk/>
          <pc:sldMk cId="321970331" sldId="636"/>
        </pc:sldMkLst>
        <pc:spChg chg="mod">
          <ac:chgData name="Lucas Nogueira Lopes" userId="b4794c58-b96d-4e49-8f1f-2dabfe8a9e6e" providerId="ADAL" clId="{816383E1-CDCA-4CC2-B79A-A3F515FC65D6}" dt="2026-07-22T11:55:46.612" v="87" actId="20577"/>
          <ac:spMkLst>
            <pc:docMk/>
            <pc:sldMk cId="321970331" sldId="636"/>
            <ac:spMk id="5" creationId="{37239618-3F5E-F2E4-6EF7-2ED3300DEAAD}"/>
          </ac:spMkLst>
        </pc:spChg>
        <pc:spChg chg="mod">
          <ac:chgData name="Lucas Nogueira Lopes" userId="b4794c58-b96d-4e49-8f1f-2dabfe8a9e6e" providerId="ADAL" clId="{816383E1-CDCA-4CC2-B79A-A3F515FC65D6}" dt="2026-07-16T16:56:34.133" v="29" actId="1076"/>
          <ac:spMkLst>
            <pc:docMk/>
            <pc:sldMk cId="321970331" sldId="636"/>
            <ac:spMk id="27" creationId="{03F735C6-9EC2-9982-16B6-5AFCBA5CFBAF}"/>
          </ac:spMkLst>
        </pc:spChg>
        <pc:grpChg chg="mod">
          <ac:chgData name="Lucas Nogueira Lopes" userId="b4794c58-b96d-4e49-8f1f-2dabfe8a9e6e" providerId="ADAL" clId="{816383E1-CDCA-4CC2-B79A-A3F515FC65D6}" dt="2026-07-16T16:56:28.020" v="27" actId="1076"/>
          <ac:grpSpMkLst>
            <pc:docMk/>
            <pc:sldMk cId="321970331" sldId="636"/>
            <ac:grpSpMk id="4" creationId="{F4C177EE-2B79-E31E-84A9-D4630A026190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154F8-90F9-C0B4-C263-C822F0DF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A80D55-E4C9-9EFD-4513-F1D851D4A2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6DEAC-4ABC-7A10-4027-1593FD334C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0FE42A7-1021-5C00-4B0D-10EC3859F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4F1CE2-59B6-7DFA-F735-69201D413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BDB9E-E5E0-5A2C-A26B-7A4A192ADA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4D5B8-6AF2-BB11-09E9-54F676D6F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628591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42C2-B1C8-B300-F444-DC8D3136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CF382D3D-0D82-0C16-EE50-110BD447C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27856" y="-222136"/>
            <a:ext cx="7194254" cy="10775836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7BE91C6D-C4F9-C6ED-1D45-AE7A2D5714BC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111700B-76F0-67F8-49F3-88EEA4E2489C}"/>
              </a:ext>
            </a:extLst>
          </p:cNvPr>
          <p:cNvGrpSpPr/>
          <p:nvPr/>
        </p:nvGrpSpPr>
        <p:grpSpPr>
          <a:xfrm>
            <a:off x="5161504" y="-3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EE8B727-A447-FF40-27A6-9FDA39221BEC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5A3E1098-60A8-BF85-9B19-5611FF8572D0}"/>
              </a:ext>
            </a:extLst>
          </p:cNvPr>
          <p:cNvSpPr txBox="1"/>
          <p:nvPr/>
        </p:nvSpPr>
        <p:spPr>
          <a:xfrm>
            <a:off x="6458509" y="3729055"/>
            <a:ext cx="5697606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SERVIÇOS DE MANUTENÇÃO RODOVIÁRIA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01AE96C-C85A-2EBD-D986-A6E43D6E03B1}"/>
              </a:ext>
            </a:extLst>
          </p:cNvPr>
          <p:cNvSpPr txBox="1"/>
          <p:nvPr/>
        </p:nvSpPr>
        <p:spPr>
          <a:xfrm>
            <a:off x="6096000" y="-190500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01.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60173C1D-29FF-D3D3-7BD4-64171EEA59F1}"/>
              </a:ext>
            </a:extLst>
          </p:cNvPr>
          <p:cNvGrpSpPr/>
          <p:nvPr/>
        </p:nvGrpSpPr>
        <p:grpSpPr>
          <a:xfrm>
            <a:off x="11683226" y="391024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4CBDAA6-F064-EA35-A140-5AF02E165111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BF4B1C30-5375-87A9-9ED2-D5EA46DD62CB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18" name="TextBox 26">
            <a:extLst>
              <a:ext uri="{FF2B5EF4-FFF2-40B4-BE49-F238E27FC236}">
                <a16:creationId xmlns:a16="http://schemas.microsoft.com/office/drawing/2014/main" id="{6E328A76-10C3-BA98-9516-02405A43E50E}"/>
              </a:ext>
            </a:extLst>
          </p:cNvPr>
          <p:cNvSpPr txBox="1"/>
          <p:nvPr/>
        </p:nvSpPr>
        <p:spPr>
          <a:xfrm>
            <a:off x="11745998" y="365049"/>
            <a:ext cx="2652959" cy="821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>
              <a:latin typeface="Gotham" panose="020B0604020202020204"/>
            </a:endParaRP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CONSERVA </a:t>
            </a: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2016 – 2021 </a:t>
            </a:r>
            <a:endParaRPr lang="en-US" dirty="0">
              <a:solidFill>
                <a:srgbClr val="FFFFFF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82A5F368-630D-49CA-8535-93FC1FB7853C}"/>
              </a:ext>
            </a:extLst>
          </p:cNvPr>
          <p:cNvGrpSpPr/>
          <p:nvPr/>
        </p:nvGrpSpPr>
        <p:grpSpPr>
          <a:xfrm>
            <a:off x="14957611" y="339182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1E445C2-307B-FE8D-F093-DFB44E443354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E8C508A6-5C1A-6E76-70E1-7BA7212F59D4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grpSp>
        <p:nvGrpSpPr>
          <p:cNvPr id="23" name="Group 9">
            <a:extLst>
              <a:ext uri="{FF2B5EF4-FFF2-40B4-BE49-F238E27FC236}">
                <a16:creationId xmlns:a16="http://schemas.microsoft.com/office/drawing/2014/main" id="{35630A0A-2022-B541-EBD3-F8A4A3969028}"/>
              </a:ext>
            </a:extLst>
          </p:cNvPr>
          <p:cNvGrpSpPr/>
          <p:nvPr/>
        </p:nvGrpSpPr>
        <p:grpSpPr>
          <a:xfrm>
            <a:off x="11729808" y="3802119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EC7A36C9-D430-07E6-E19C-092CD272F689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12E02661-57F1-2AA8-B191-5DD3215470BE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B464F36A-24FF-6D37-D444-B2C7C35799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grpSp>
        <p:nvGrpSpPr>
          <p:cNvPr id="8" name="Group 9">
            <a:extLst>
              <a:ext uri="{FF2B5EF4-FFF2-40B4-BE49-F238E27FC236}">
                <a16:creationId xmlns:a16="http://schemas.microsoft.com/office/drawing/2014/main" id="{130510A6-2D33-C42A-6774-8196A1784232}"/>
              </a:ext>
            </a:extLst>
          </p:cNvPr>
          <p:cNvGrpSpPr/>
          <p:nvPr/>
        </p:nvGrpSpPr>
        <p:grpSpPr>
          <a:xfrm>
            <a:off x="15008688" y="3802119"/>
            <a:ext cx="2812677" cy="3028750"/>
            <a:chOff x="0" y="0"/>
            <a:chExt cx="4019550" cy="409257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D759801-234F-1419-C635-33F3DEE2A3DA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A31C907B-3816-CC6A-822C-4FB91432C0E3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32" name="TextBox 26">
            <a:extLst>
              <a:ext uri="{FF2B5EF4-FFF2-40B4-BE49-F238E27FC236}">
                <a16:creationId xmlns:a16="http://schemas.microsoft.com/office/drawing/2014/main" id="{4E317AE2-005A-0FFA-9C97-E8CB1EC2CBA3}"/>
              </a:ext>
            </a:extLst>
          </p:cNvPr>
          <p:cNvSpPr txBox="1"/>
          <p:nvPr/>
        </p:nvSpPr>
        <p:spPr>
          <a:xfrm>
            <a:off x="15000478" y="338171"/>
            <a:ext cx="2812677" cy="821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/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CONSERVA</a:t>
            </a: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2021 – 2023 </a:t>
            </a:r>
            <a:endParaRPr lang="en-US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3" name="TextBox 26">
            <a:extLst>
              <a:ext uri="{FF2B5EF4-FFF2-40B4-BE49-F238E27FC236}">
                <a16:creationId xmlns:a16="http://schemas.microsoft.com/office/drawing/2014/main" id="{EE844EB4-6227-6A45-411A-D09A3B404629}"/>
              </a:ext>
            </a:extLst>
          </p:cNvPr>
          <p:cNvSpPr txBox="1"/>
          <p:nvPr/>
        </p:nvSpPr>
        <p:spPr>
          <a:xfrm>
            <a:off x="11743179" y="3867108"/>
            <a:ext cx="2812677" cy="827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>
              <a:latin typeface="Gotham" panose="020B0604020202020204"/>
            </a:endParaRP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CONSERVA </a:t>
            </a: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2023 – 2026 </a:t>
            </a:r>
            <a:endParaRPr lang="en-US" dirty="0">
              <a:solidFill>
                <a:srgbClr val="FFFFFF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34" name="TextBox 26">
            <a:extLst>
              <a:ext uri="{FF2B5EF4-FFF2-40B4-BE49-F238E27FC236}">
                <a16:creationId xmlns:a16="http://schemas.microsoft.com/office/drawing/2014/main" id="{E8247CBF-4377-041F-B206-7B9253B7BDDD}"/>
              </a:ext>
            </a:extLst>
          </p:cNvPr>
          <p:cNvSpPr txBox="1"/>
          <p:nvPr/>
        </p:nvSpPr>
        <p:spPr>
          <a:xfrm>
            <a:off x="15755910" y="3984843"/>
            <a:ext cx="2812677" cy="539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 lang="pt-BR" dirty="0"/>
          </a:p>
          <a:p>
            <a:pPr algn="l">
              <a:lnSpc>
                <a:spcPts val="2160"/>
              </a:lnSpc>
            </a:pPr>
            <a:r>
              <a:rPr lang="pt-BR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CONSERVA</a:t>
            </a:r>
            <a:endParaRPr lang="pt-BR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F0B135F9-6A99-909F-32FE-FFC5DEB478CE}"/>
              </a:ext>
            </a:extLst>
          </p:cNvPr>
          <p:cNvSpPr txBox="1"/>
          <p:nvPr/>
        </p:nvSpPr>
        <p:spPr>
          <a:xfrm>
            <a:off x="11722473" y="910156"/>
            <a:ext cx="2700008" cy="2498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lang="en-US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/>
            <a:r>
              <a:rPr lang="pt-BR" b="1" cap="all" dirty="0">
                <a:solidFill>
                  <a:schemeClr val="bg1"/>
                </a:solidFill>
                <a:latin typeface="Gotham" panose="020B0604020202020204"/>
              </a:rPr>
              <a:t>27 LOTES</a:t>
            </a:r>
          </a:p>
          <a:p>
            <a:pPr algn="ctr"/>
            <a:endParaRPr lang="pt-BR" b="1" cap="all" dirty="0">
              <a:solidFill>
                <a:schemeClr val="bg1"/>
              </a:solidFill>
              <a:latin typeface="Gotham" panose="020B0604020202020204"/>
            </a:endParaRPr>
          </a:p>
          <a:p>
            <a:pPr algn="ctr"/>
            <a:r>
              <a:rPr lang="pt-BR" b="1" cap="all" dirty="0">
                <a:solidFill>
                  <a:schemeClr val="bg1"/>
                </a:solidFill>
                <a:latin typeface="Gotham" panose="020B0604020202020204"/>
              </a:rPr>
              <a:t>Valor dos contratos: </a:t>
            </a:r>
          </a:p>
          <a:p>
            <a:pPr algn="ctr"/>
            <a:r>
              <a:rPr lang="pt-BR" b="1" cap="all" dirty="0">
                <a:solidFill>
                  <a:schemeClr val="bg1"/>
                </a:solidFill>
                <a:latin typeface="Gotham" panose="020B0604020202020204"/>
              </a:rPr>
              <a:t>R$ 3.335.612.492,50</a:t>
            </a:r>
          </a:p>
          <a:p>
            <a:pPr algn="ctr"/>
            <a:endParaRPr lang="pt-BR" b="1" dirty="0">
              <a:solidFill>
                <a:schemeClr val="bg1"/>
              </a:solidFill>
              <a:latin typeface="Gotham" panose="020B0604020202020204"/>
            </a:endParaRPr>
          </a:p>
          <a:p>
            <a:pPr algn="ctr"/>
            <a:r>
              <a:rPr lang="pt-BR" b="1" dirty="0">
                <a:solidFill>
                  <a:schemeClr val="bg1"/>
                </a:solidFill>
                <a:latin typeface="Gotham" panose="020B0604020202020204"/>
              </a:rPr>
              <a:t>CONCLUÍDO</a:t>
            </a:r>
          </a:p>
          <a:p>
            <a:pPr algn="ctr"/>
            <a:endParaRPr lang="en-US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3C2C5385-7120-F1A9-713C-D81AB45770FA}"/>
              </a:ext>
            </a:extLst>
          </p:cNvPr>
          <p:cNvSpPr txBox="1"/>
          <p:nvPr/>
        </p:nvSpPr>
        <p:spPr>
          <a:xfrm>
            <a:off x="15083651" y="1190355"/>
            <a:ext cx="2700008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solidFill>
                  <a:schemeClr val="bg1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20 LOTES</a:t>
            </a:r>
          </a:p>
          <a:p>
            <a:pPr algn="ctr">
              <a:lnSpc>
                <a:spcPts val="2160"/>
              </a:lnSpc>
            </a:pPr>
            <a:endParaRPr lang="pt-BR" b="1" cap="all" dirty="0">
              <a:solidFill>
                <a:schemeClr val="bg1"/>
              </a:solidFill>
              <a:latin typeface="Gotham" panose="020B0604020202020204"/>
            </a:endParaRPr>
          </a:p>
          <a:p>
            <a:pPr algn="ctr"/>
            <a:r>
              <a:rPr lang="pt-BR" b="1" cap="all" dirty="0">
                <a:solidFill>
                  <a:schemeClr val="bg1"/>
                </a:solidFill>
                <a:latin typeface="Gotham" panose="020B0604020202020204"/>
              </a:rPr>
              <a:t>Valor dos contratos: </a:t>
            </a:r>
          </a:p>
          <a:p>
            <a:pPr algn="ctr"/>
            <a:r>
              <a:rPr lang="pt-BR" b="1" cap="all" dirty="0">
                <a:solidFill>
                  <a:schemeClr val="bg1"/>
                </a:solidFill>
                <a:latin typeface="Gotham" panose="020B0604020202020204"/>
              </a:rPr>
              <a:t>R$ 1.322.496.523,67</a:t>
            </a:r>
          </a:p>
          <a:p>
            <a:pPr algn="ctr"/>
            <a:endParaRPr lang="pt-BR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/>
            <a:r>
              <a:rPr lang="pt-BR" b="1" dirty="0">
                <a:solidFill>
                  <a:schemeClr val="bg1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CONCLUÍDO</a:t>
            </a:r>
            <a:endParaRPr lang="en-US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37" name="TextBox 26">
            <a:extLst>
              <a:ext uri="{FF2B5EF4-FFF2-40B4-BE49-F238E27FC236}">
                <a16:creationId xmlns:a16="http://schemas.microsoft.com/office/drawing/2014/main" id="{4EE05B63-9E10-7163-2C71-9DE98BB32791}"/>
              </a:ext>
            </a:extLst>
          </p:cNvPr>
          <p:cNvSpPr txBox="1"/>
          <p:nvPr/>
        </p:nvSpPr>
        <p:spPr>
          <a:xfrm>
            <a:off x="11745998" y="4690887"/>
            <a:ext cx="2700008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solidFill>
                  <a:schemeClr val="bg1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20 LOTES</a:t>
            </a:r>
          </a:p>
          <a:p>
            <a:pPr algn="ctr">
              <a:lnSpc>
                <a:spcPts val="2160"/>
              </a:lnSpc>
            </a:pPr>
            <a:endParaRPr lang="en-US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/>
            <a:r>
              <a:rPr lang="pt-BR" b="1" cap="all" dirty="0">
                <a:solidFill>
                  <a:schemeClr val="bg1"/>
                </a:solidFill>
                <a:latin typeface="Gotham" panose="020B0604020202020204"/>
              </a:rPr>
              <a:t>Valor dos contratos:</a:t>
            </a:r>
          </a:p>
          <a:p>
            <a:pPr algn="ctr"/>
            <a:r>
              <a:rPr lang="pt-BR" b="1" cap="all" dirty="0">
                <a:solidFill>
                  <a:schemeClr val="bg1"/>
                </a:solidFill>
                <a:latin typeface="Gotham" panose="020B0604020202020204"/>
              </a:rPr>
              <a:t> R$ 3.449.596.954,07</a:t>
            </a:r>
          </a:p>
          <a:p>
            <a:pPr algn="ctr"/>
            <a:endParaRPr lang="pt-BR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/>
            <a:r>
              <a:rPr lang="pt-BR" b="1" dirty="0">
                <a:solidFill>
                  <a:schemeClr val="bg1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EM ANDAMENTO</a:t>
            </a:r>
            <a:endParaRPr lang="en-US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38" name="TextBox 26">
            <a:extLst>
              <a:ext uri="{FF2B5EF4-FFF2-40B4-BE49-F238E27FC236}">
                <a16:creationId xmlns:a16="http://schemas.microsoft.com/office/drawing/2014/main" id="{CD64498B-ABCC-D107-700B-923D9840B119}"/>
              </a:ext>
            </a:extLst>
          </p:cNvPr>
          <p:cNvSpPr txBox="1"/>
          <p:nvPr/>
        </p:nvSpPr>
        <p:spPr>
          <a:xfrm>
            <a:off x="15083651" y="4791374"/>
            <a:ext cx="2700008" cy="1673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20 LOTES</a:t>
            </a:r>
          </a:p>
          <a:p>
            <a:pPr algn="ctr">
              <a:lnSpc>
                <a:spcPts val="2160"/>
              </a:lnSpc>
            </a:pPr>
            <a:endParaRPr lang="pt-BR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TOTAL ESTIMADO:</a:t>
            </a: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 R$ 3.820.773.658,19</a:t>
            </a:r>
          </a:p>
          <a:p>
            <a:pPr algn="ctr">
              <a:lnSpc>
                <a:spcPts val="2160"/>
              </a:lnSpc>
            </a:pPr>
            <a:endParaRPr lang="pt-BR" sz="1800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>
              <a:lnSpc>
                <a:spcPts val="2160"/>
              </a:lnSpc>
            </a:pPr>
            <a:r>
              <a:rPr lang="pt-BR" sz="1800" b="1" dirty="0">
                <a:solidFill>
                  <a:schemeClr val="bg1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EM LICITAÇÃO</a:t>
            </a:r>
            <a:endParaRPr lang="en-US" sz="1800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7E7E68F3-2484-CF81-8E47-8C2634C9D3DE}"/>
              </a:ext>
            </a:extLst>
          </p:cNvPr>
          <p:cNvSpPr/>
          <p:nvPr/>
        </p:nvSpPr>
        <p:spPr>
          <a:xfrm>
            <a:off x="9438968" y="7453454"/>
            <a:ext cx="4959989" cy="1583071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TextBox 26">
            <a:extLst>
              <a:ext uri="{FF2B5EF4-FFF2-40B4-BE49-F238E27FC236}">
                <a16:creationId xmlns:a16="http://schemas.microsoft.com/office/drawing/2014/main" id="{9300A2D9-9E5F-A431-199B-D601F61CE806}"/>
              </a:ext>
            </a:extLst>
          </p:cNvPr>
          <p:cNvSpPr txBox="1"/>
          <p:nvPr/>
        </p:nvSpPr>
        <p:spPr>
          <a:xfrm>
            <a:off x="8195767" y="7835723"/>
            <a:ext cx="7521677" cy="2149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TOTAL</a:t>
            </a:r>
          </a:p>
          <a:p>
            <a:pPr algn="ctr">
              <a:lnSpc>
                <a:spcPts val="2160"/>
              </a:lnSpc>
            </a:pPr>
            <a:endParaRPr lang="pt-B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>
              <a:lnSpc>
                <a:spcPts val="2160"/>
              </a:lnSpc>
            </a:pP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R$ 11.928.479.628,43</a:t>
            </a:r>
            <a:endParaRPr lang="pt-B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>
              <a:lnSpc>
                <a:spcPts val="2160"/>
              </a:lnSpc>
            </a:pPr>
            <a:endParaRPr lang="pt-B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algn="ctr">
              <a:lnSpc>
                <a:spcPts val="2160"/>
              </a:lnSpc>
            </a:pPr>
            <a:endParaRPr lang="pt-B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" panose="020B0604020202020204"/>
            </a:endParaRPr>
          </a:p>
          <a:p>
            <a:pPr algn="ctr"/>
            <a:endParaRPr lang="pt-B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" panose="020B0604020202020204"/>
            </a:endParaRPr>
          </a:p>
          <a:p>
            <a:pPr algn="ctr"/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</p:spTree>
    <p:extLst>
      <p:ext uri="{BB962C8B-B14F-4D97-AF65-F5344CB8AC3E}">
        <p14:creationId xmlns:p14="http://schemas.microsoft.com/office/powerpoint/2010/main" val="1858974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83E15-05DC-662E-30C6-86FCE763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5F9F7706-C600-608A-939D-B91B28CEB247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77AFABE-7A33-FFC8-A21E-C9B143B8005B}"/>
              </a:ext>
            </a:extLst>
          </p:cNvPr>
          <p:cNvSpPr txBox="1"/>
          <p:nvPr/>
        </p:nvSpPr>
        <p:spPr>
          <a:xfrm>
            <a:off x="2688415" y="2868142"/>
            <a:ext cx="8003890" cy="4539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01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507,45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553,43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R$ 119.020.979,10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62%</a:t>
            </a:r>
            <a:endParaRPr lang="pt-BR" dirty="0">
              <a:solidFill>
                <a:srgbClr val="3C3C3C"/>
              </a:solidFill>
              <a:latin typeface="Gotham"/>
              <a:sym typeface="Gotham"/>
            </a:endParaRPr>
          </a:p>
          <a:p>
            <a:pPr algn="l">
              <a:lnSpc>
                <a:spcPct val="150000"/>
              </a:lnSpc>
            </a:pPr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D95F686-3703-F092-1ED2-DB5D23903F0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E8115E2C-D9D1-8807-CC8D-0BB2ADEB2BCF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F1A954C-9BC7-986C-ACE9-1FF931027DE1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C6CE35E-39CF-7180-C8E5-860130DC06C3}"/>
              </a:ext>
            </a:extLst>
          </p:cNvPr>
          <p:cNvSpPr txBox="1"/>
          <p:nvPr/>
        </p:nvSpPr>
        <p:spPr>
          <a:xfrm>
            <a:off x="5060622" y="1293094"/>
            <a:ext cx="3031818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18/2023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4CAF44C4-0430-5CB0-F39C-ECCD50777D7A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78E27F54-4E16-1E8B-DBD5-0BF7FAD9C042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0C9A1076-957C-B15F-64B6-A1D52A736F8B}"/>
              </a:ext>
            </a:extLst>
          </p:cNvPr>
          <p:cNvSpPr txBox="1"/>
          <p:nvPr/>
        </p:nvSpPr>
        <p:spPr>
          <a:xfrm>
            <a:off x="3235079" y="275171"/>
            <a:ext cx="9147425" cy="48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CONSERVA 2023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7C4D06E7-A62B-C129-CABB-5C03FB3195E4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395B6A34-5F20-D4E7-9402-8255A0DDC5E4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28" name="Imagem 27">
            <a:extLst>
              <a:ext uri="{FF2B5EF4-FFF2-40B4-BE49-F238E27FC236}">
                <a16:creationId xmlns:a16="http://schemas.microsoft.com/office/drawing/2014/main" id="{5D442C4A-70E8-7A57-F91E-285DD886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5" y="2121334"/>
            <a:ext cx="6372025" cy="6127315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582AF72-1DFE-8FB5-0CEF-16D1D4CD6C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136F26E2-239F-F52E-7F1B-8F2169FB447E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4DE52B-0D28-2AEB-D1CB-2BAA259AABFA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73264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CEAF0-AAD3-2709-DEAB-652DABAA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2FB4EBD8-3C0C-841D-83FF-01590EE0141D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1D2CBA5C-D978-0E89-2C5A-95DA7138832D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9A5F6C31-4AFA-2127-6616-08BA6F0AEB8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pic>
        <p:nvPicPr>
          <p:cNvPr id="24" name="Imagem 23">
            <a:extLst>
              <a:ext uri="{FF2B5EF4-FFF2-40B4-BE49-F238E27FC236}">
                <a16:creationId xmlns:a16="http://schemas.microsoft.com/office/drawing/2014/main" id="{1BAA2C1A-390D-D054-E7B1-30001206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827" y="1784802"/>
            <a:ext cx="6187787" cy="6648318"/>
          </a:xfrm>
          <a:prstGeom prst="round2DiagRect">
            <a:avLst>
              <a:gd name="adj1" fmla="val 17384"/>
              <a:gd name="adj2" fmla="val 0"/>
            </a:avLst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708FE0A3-CAB1-BCCD-DD10-33128C653F7D}"/>
              </a:ext>
            </a:extLst>
          </p:cNvPr>
          <p:cNvSpPr txBox="1"/>
          <p:nvPr/>
        </p:nvSpPr>
        <p:spPr>
          <a:xfrm>
            <a:off x="4515474" y="1370682"/>
            <a:ext cx="4628526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142/2024/2024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AA64D6DC-49BF-D6F7-F8CB-C912F718D879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02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756,60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473,79 km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R$ 116.706.443,79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48,8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BBC8F3C-1DE9-E823-90BB-0759175F8D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00EEC0B-FEE8-7C15-F259-36734EDCDE9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2A429A-7171-C34B-3094-241AD5AA00BA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F40BCF5-0738-65B7-EDC9-586926367D4A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75768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73327-A699-E458-839A-D023CB12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6559E70E-7E6F-5F84-094A-CBE0D86793A3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04087103-7C81-9DFD-B56F-721EFAF15287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59CC31B1-9A03-3623-30A4-ACFE2A39973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EFF7346-C5A3-9EA6-4F4C-037E40E48173}"/>
              </a:ext>
            </a:extLst>
          </p:cNvPr>
          <p:cNvSpPr txBox="1"/>
          <p:nvPr/>
        </p:nvSpPr>
        <p:spPr>
          <a:xfrm>
            <a:off x="5094594" y="1321922"/>
            <a:ext cx="3211206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25/2023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C6063891-2D92-D934-AD3E-45D6643C6CAD}"/>
              </a:ext>
            </a:extLst>
          </p:cNvPr>
          <p:cNvSpPr txBox="1"/>
          <p:nvPr/>
        </p:nvSpPr>
        <p:spPr>
          <a:xfrm>
            <a:off x="2688409" y="2900238"/>
            <a:ext cx="8003890" cy="4539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03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423,84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738,93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R$ 184.050.463,51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64,3%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>
              <a:lnSpc>
                <a:spcPct val="150000"/>
              </a:lnSpc>
            </a:pPr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228289C-8CD5-4862-7F11-DE5EB2188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826" y="1853837"/>
            <a:ext cx="6539302" cy="664831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3B1912B-C983-D94E-AC42-B8DCFFF62D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DB98C40-54FD-C3BF-E162-508F2CBD27E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3A71DA0-07EF-8E0B-7A5D-72A0605D8902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8D126BC-E7FE-45D7-3E12-665D483D158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83704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9B997-0508-2980-2D41-ACC29E923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D8EBBC0A-51F6-3B56-82DD-2197C52569D9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35BDC07B-552C-D30F-2AA7-2839C1E3406B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46FCF47-14F6-FBB6-CF75-36E94C6008F0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A85EAE4-9395-7932-39EC-686ED9885F91}"/>
              </a:ext>
            </a:extLst>
          </p:cNvPr>
          <p:cNvSpPr txBox="1"/>
          <p:nvPr/>
        </p:nvSpPr>
        <p:spPr>
          <a:xfrm>
            <a:off x="5094594" y="1321922"/>
            <a:ext cx="3043566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14/2023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86DA2FD5-9A84-3CAB-44E4-3DACB18CEC1E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 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429,98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447,24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R$ 149.113.489,77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61,4%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A97059A-C512-ACD0-6A80-62DB3935F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242" y="1873333"/>
            <a:ext cx="6640277" cy="6609326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1587681-21F8-B9C0-61D9-95D49B4EB8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DB5E645-9E4E-766F-0156-B8EB764D89A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ADA315A-659A-749F-8C81-502902C8BF6E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B1A1EA6-CA6C-FD54-2799-C1F7215F3C7C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29359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C54F0-D7CB-887D-A907-D122C1EB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D2F67B11-B86E-1B57-2476-29F52D1380D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5934BB9-2547-626C-C680-6E912EFA1F26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4B9787DC-C7D2-6E31-AD18-A7B4D8023A49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F7D1A16-FC3E-45C9-FA8C-D6C89D833FD9}"/>
              </a:ext>
            </a:extLst>
          </p:cNvPr>
          <p:cNvSpPr txBox="1"/>
          <p:nvPr/>
        </p:nvSpPr>
        <p:spPr>
          <a:xfrm>
            <a:off x="5094594" y="1321922"/>
            <a:ext cx="3211206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16/2023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CF7D7E38-D3CA-8989-B0A6-FAB0CD63664C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05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664,07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661,93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R$ 166.278.667,25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66,4%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69D2E6A-0CB3-959E-9F27-26095B262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727" y="1948418"/>
            <a:ext cx="7000966" cy="659947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671B174-082A-D301-93FD-068857378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1CED4A7-5A99-3019-3B3A-1229DAFBB980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818A541-B15E-FE29-1DD5-E2607D50D37E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1581FC3-5892-B16C-A20C-4C4C46114FE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11250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FD55-318D-1D99-7415-820AC95D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4B0635F1-4FC6-CD36-1A54-FAA8D8EACEC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FE60218E-CC32-68E1-7E9F-183B1C138C62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2E569F28-B3CF-BA27-B7F4-39F49C1D7E3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0347218-CF49-48B4-8722-75E104B3F568}"/>
              </a:ext>
            </a:extLst>
          </p:cNvPr>
          <p:cNvSpPr txBox="1"/>
          <p:nvPr/>
        </p:nvSpPr>
        <p:spPr>
          <a:xfrm>
            <a:off x="5094594" y="1321922"/>
            <a:ext cx="3089286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19/2023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1EEF617A-D26F-992C-B572-CF8DB784FE6F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626,58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438,67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R$ 189.775.885,59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77,2%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C1B65B3-4712-ED41-B1C1-7D74A14C1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610" y="1736042"/>
            <a:ext cx="6892609" cy="6636640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1A48CCE-5C28-4B49-28CB-801B0F699F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CDDE00B-26C9-A575-1688-FAC4EB781ED0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58FCE93-93F2-10B5-A044-9E6B78C02270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62248AE-E24B-4524-EBCF-3178E137967D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310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A797F-58A7-AC79-EA9A-74F6BC15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9DD36355-7ACD-DEE8-B9B4-6C716881776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0444BDF3-729A-34D4-40E6-44B7447A760A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9B8771CE-7D99-91C8-B30D-E6F337411671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AAE4530-397C-C4F8-5D28-4625B58E949A}"/>
              </a:ext>
            </a:extLst>
          </p:cNvPr>
          <p:cNvSpPr txBox="1"/>
          <p:nvPr/>
        </p:nvSpPr>
        <p:spPr>
          <a:xfrm>
            <a:off x="5094594" y="1321922"/>
            <a:ext cx="3424566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20/2023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D9B64715-CCB1-56C4-F4BA-D2A4ED6BC107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07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456,90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550,19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R$ 151.470.950,82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62,1%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C49AF92-4527-8B78-D482-4D2FC465F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379" y="1856973"/>
            <a:ext cx="7015840" cy="6642046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82FA784-56D6-417D-D31B-C3C66A6F5E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E0E107C-0335-B0DA-9726-73F1310E655A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F5F25C4-7AD9-C92A-3526-408453F2A4DB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26D7CB-A4A3-0D79-0DA9-509A8C2397A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242217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54EF-E475-1602-4328-C6A32EC2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8CFCAD03-F649-DFBD-B993-ADD6DB3C4E95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6C1904EF-B622-FB37-C8A9-88777572DB08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5DE050AD-34FA-302A-9F69-785AE33F2EB6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2C6CEB4-CE35-8F00-9837-64269F202031}"/>
              </a:ext>
            </a:extLst>
          </p:cNvPr>
          <p:cNvSpPr txBox="1"/>
          <p:nvPr/>
        </p:nvSpPr>
        <p:spPr>
          <a:xfrm>
            <a:off x="5094594" y="1321922"/>
            <a:ext cx="30588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21/2023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E6F06DD8-6723-20CC-0A33-C7943DD5B5D3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658,46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373,63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R$ 172.209.500,88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70,5%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5B5359D-BBAF-9C75-C04D-0E4C71279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339" y="1736042"/>
            <a:ext cx="7022138" cy="6688521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8D2CC3E-B724-B51F-69FB-8FD149643A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35A61C-F179-B29B-7E6E-7B5B0158BD8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5487500-C8C8-7D5E-8071-6CE8C96D26D9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D455184-3265-C6F1-7755-B0062B97C34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829831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02DA1-1036-7C57-2E45-E5C773DE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4519BF72-4347-FE39-5268-F8C3BC5FC055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B575374-8AFC-C898-CB78-2301805298C5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EBD4158F-84E9-091A-3312-12C769DAC7E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F1D3017-5B05-50C4-2904-BEFED7871736}"/>
              </a:ext>
            </a:extLst>
          </p:cNvPr>
          <p:cNvSpPr txBox="1"/>
          <p:nvPr/>
        </p:nvSpPr>
        <p:spPr>
          <a:xfrm>
            <a:off x="5094594" y="1321922"/>
            <a:ext cx="331788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17/2023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80AF27FC-2C3F-5F8A-91E7-CA06814810BC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09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endParaRPr lang="pt-BR" dirty="0">
              <a:latin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505,88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605,48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R$ 213.805.323,59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64,2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06CD909-3078-E938-9E91-3739AB4D0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741" y="1914377"/>
            <a:ext cx="7199298" cy="628474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8691DD2-4E2F-6FBB-D069-667262E9BF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0DE64B02-4EFD-A920-D84B-27BA24D67D84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C49E666-7A90-0B2D-5B9D-B385717CAEC7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543D5D6-6041-5E9C-4FE7-36351012152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29842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EC3EA-2E17-8EBD-D299-524826FD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0B636DF9-5695-3275-C269-86F547BBA820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92C14A87-1E5F-99C4-11F6-C707B66A4AEB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3D671755-F974-ACA0-8F76-21530BD8BCFF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2CB34E3-C31A-12AE-AC13-7FA6C85127D8}"/>
              </a:ext>
            </a:extLst>
          </p:cNvPr>
          <p:cNvSpPr txBox="1"/>
          <p:nvPr/>
        </p:nvSpPr>
        <p:spPr>
          <a:xfrm>
            <a:off x="5094594" y="1321922"/>
            <a:ext cx="308928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15/2023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2F1CCEF2-36F6-A12F-3B21-D268BED5DDE2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626,98 km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346,04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R$ 162.470.333,73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82,3%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E83D5B2-7298-F100-148E-8256D5760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363" y="1935143"/>
            <a:ext cx="6959856" cy="6485705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C66BC17-8C2F-9588-9729-2828DC0638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45D05E8-8A2A-1E64-BCE1-19992D3F241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CEDA8D-19D9-C299-BCF0-2431225202CD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10BDDBB-D6B1-BF48-DB37-C77394FD798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149219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8BFB1-D793-8088-1300-E7CD93771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34D0DC76-175A-AAF8-130D-BE2F295331E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CDEAF09A-FD56-2A42-9EF4-7EB5B341CFED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5172C7E-EBAC-2120-CE88-B9E9FB58D78B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C85A7FE-E3D2-FCFF-CCEA-2837DA4D05D1}"/>
              </a:ext>
            </a:extLst>
          </p:cNvPr>
          <p:cNvSpPr txBox="1"/>
          <p:nvPr/>
        </p:nvSpPr>
        <p:spPr>
          <a:xfrm>
            <a:off x="5094594" y="1321922"/>
            <a:ext cx="31350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45/2023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0EB69855-176C-875B-803B-ED459A8F96D7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11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934,72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175,65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R$ 144.349.670,47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59,3%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1919594-3079-6CBE-2508-47FF37E72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976" y="1736042"/>
            <a:ext cx="6421106" cy="664168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F6937BE-0090-391A-55EB-F248DD37DD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82E6A1-F1C8-AFD9-61C9-2DA6053B4B13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0131BEB-E021-E155-0F33-6F67B277B752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B299591-C239-4EBE-A50A-1770378CABF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798495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A0C35-633E-5F5E-D236-435C6D76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EDE8DAB6-BB7D-6BF5-8867-F3D48AC82731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96D4B993-ACD4-E437-91B8-50CB399177BB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BB95E6-82D9-5D0C-64D1-C4FD0B24E06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DB10EAE-5991-B0D5-92D4-973AA60976E3}"/>
              </a:ext>
            </a:extLst>
          </p:cNvPr>
          <p:cNvSpPr txBox="1"/>
          <p:nvPr/>
        </p:nvSpPr>
        <p:spPr>
          <a:xfrm>
            <a:off x="5094594" y="1321922"/>
            <a:ext cx="32112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34/2023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B17F95B4-ED93-125B-C277-2D327C8EB20A}"/>
              </a:ext>
            </a:extLst>
          </p:cNvPr>
          <p:cNvSpPr txBox="1"/>
          <p:nvPr/>
        </p:nvSpPr>
        <p:spPr>
          <a:xfrm>
            <a:off x="2688409" y="2900238"/>
            <a:ext cx="8003890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942,13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268,68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R$ 197.254.688,87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65,9%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A5CB5C-9295-EB7D-0475-26C6C9C3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708" y="1736042"/>
            <a:ext cx="6767511" cy="659155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E4B323F-B7D1-FFC4-80D1-DC3A2B51B7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D90B3CF-EFD0-C8DD-BC40-AE28743FA73E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8B12564-FCA1-8B51-BDDA-DADA924B077B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CF2879E-A3F0-E48C-02A0-6D72B0989216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61488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DA0E7-B6D1-4A63-A90E-F5056568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76B2645E-824C-8EC5-2A23-8A9765E0288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DE14F5F-224B-DA8C-DCB8-80FF45F88E99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B7372F7A-9D87-40FA-859A-2E98224567A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FFAEB0B-ACB7-C5A5-A8AB-10AA7E58E3F8}"/>
              </a:ext>
            </a:extLst>
          </p:cNvPr>
          <p:cNvSpPr txBox="1"/>
          <p:nvPr/>
        </p:nvSpPr>
        <p:spPr>
          <a:xfrm>
            <a:off x="5094594" y="1321922"/>
            <a:ext cx="2849880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1454ECD1-379B-4D27-2393-C780DB8D6E3B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13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807,05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292,70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R$ 143.010.945,32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65,2%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DD291D5-E242-0F4E-8F4E-70425EB5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707" y="1914377"/>
            <a:ext cx="6767512" cy="6708157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921F865-DAD5-CA2B-CF5F-51CB5587FB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FE7317-E6F1-D314-4C22-F69F63B995A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EFC072F-7F96-EB25-D5CE-B85B4D125E05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2E99064-9773-19BC-74C1-2B808547144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07361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CC8A3-5AA3-1F58-1B8C-B3710BC6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F5482B7C-E4F8-3501-9E4E-2AF94B486A59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A8CFA64-B73F-F84E-8AE7-E83E6A7F3F9A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99CC722-7185-EA2C-C99B-A0C9FCC35A7C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496CAEA-9BC0-8B9C-C172-E23613EA19B1}"/>
              </a:ext>
            </a:extLst>
          </p:cNvPr>
          <p:cNvSpPr txBox="1"/>
          <p:nvPr/>
        </p:nvSpPr>
        <p:spPr>
          <a:xfrm>
            <a:off x="5094594" y="1321922"/>
            <a:ext cx="32112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48/2023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1EC0F476-3B3D-4362-0F04-E7D8C8CC0D04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688,88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342,24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R$ 185.208.590,86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64,8%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46F7DA0-857B-5AE0-9508-2F0B62E28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976" y="1804217"/>
            <a:ext cx="6624243" cy="6805211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89B49C3-255B-BF8D-D133-FEEFC42CB7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55C7707-762F-A44F-B16F-3641054D6C4A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308750B-5BD0-C048-077C-1D9AF04C9FC4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80DAD6E-8B2C-4309-2A77-6F732A2E1229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47287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2D33-4DA4-17E9-5A09-AA9B84D7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5D69BD84-7A15-4052-8240-774F0679D36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349F7237-8719-201B-6A05-300BA3EDB7AB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7C2EACF-F5B1-DEDE-3B63-A4F4A3C93E8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90E6570-59B2-7FF0-6FB5-34835CE60F65}"/>
              </a:ext>
            </a:extLst>
          </p:cNvPr>
          <p:cNvSpPr txBox="1"/>
          <p:nvPr/>
        </p:nvSpPr>
        <p:spPr>
          <a:xfrm>
            <a:off x="5094594" y="1321922"/>
            <a:ext cx="357696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26/2023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8B809B6C-FB97-8741-BF8A-0FCF979AAE88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15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516,91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624,81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R$ 205.082.522,07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63%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61D7180-95C3-FD1E-5900-6C6A2FF50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976" y="1829479"/>
            <a:ext cx="6362720" cy="662804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3764ECA-AC4F-D49C-7312-841D04263A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A7EBF01-5BD1-AE94-D4BC-FD4AF3E3252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5A855F-169C-1CB4-711D-22481C06AB88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10267B1-4894-E5E0-7304-D1AEF11B6477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195259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C421E-4474-2D2F-A22C-E1D05CE1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99769B7E-AC90-B886-2DBB-904203C0FC6B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6A749D04-A682-79DE-A7AD-C3B7A3E1AC53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B83B180-4F23-DD2B-AD62-44D80B2565DC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465FB2B-3819-DE65-7391-EFD34577597B}"/>
              </a:ext>
            </a:extLst>
          </p:cNvPr>
          <p:cNvSpPr txBox="1"/>
          <p:nvPr/>
        </p:nvSpPr>
        <p:spPr>
          <a:xfrm>
            <a:off x="5094594" y="1321922"/>
            <a:ext cx="3150246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33/2023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5CD42B4B-D853-8DD8-AFAA-56FB7150E6BD}"/>
              </a:ext>
            </a:extLst>
          </p:cNvPr>
          <p:cNvSpPr txBox="1"/>
          <p:nvPr/>
        </p:nvSpPr>
        <p:spPr>
          <a:xfrm>
            <a:off x="2688409" y="2900238"/>
            <a:ext cx="8003890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471,10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624,81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R$ 334.144.021,87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62,9%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F1D0B5A-EBA1-CED9-A5CF-B39B0DB0E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976" y="1736042"/>
            <a:ext cx="6035046" cy="6654820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D30AD0C-A343-89B0-F80A-E2C861C8ED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7E013DF-4073-7DA0-46CF-7417BBC91E5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C678A88-78CE-6FC3-EB63-838FF36FF2B9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9FD5E7C-3907-62A7-E3CB-F3F1C7E95F86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377751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E3E69-0397-635F-2C06-D9307412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0EB4B979-B1C2-C7A5-EA02-6865656AFFBD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133E8202-41DB-FC41-6052-1D87C86ED844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3FC8D8DC-ABFE-38AA-6B7F-AA9933AB2BF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26EF83C-2102-8AB1-2C29-9C8746EDD949}"/>
              </a:ext>
            </a:extLst>
          </p:cNvPr>
          <p:cNvSpPr txBox="1"/>
          <p:nvPr/>
        </p:nvSpPr>
        <p:spPr>
          <a:xfrm>
            <a:off x="5094594" y="1321922"/>
            <a:ext cx="337884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12/2023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3DDDFB89-DD86-E0F4-BDE3-E5D946BD18D0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17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858,12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343,80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R$ 201.722.920,48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83,9%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D3051B8-B8C4-01B8-31CF-BFF39E2AE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31" y="1836737"/>
            <a:ext cx="6895588" cy="6613526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16DC0BE-7037-E504-3614-72A5F41F98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88266EE-8170-DCE4-3DCD-C2D4379B612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EDDD753-C3E0-0D73-5565-DA450441F6D0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DD50A73-B1C8-7C79-100E-33E6AE76F7DA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241159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53CAA-9AF1-4F10-4160-6D9C5A4C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24F3FFEB-F170-1161-32CD-5BD20AA82CA0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4DF7F560-8EE4-37D9-7023-80DB8A4BF25F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5000154-3420-90B6-CCCE-5BFAA9F31F1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09D7A29-A0A9-1D26-01A9-13ED4FFA27F2}"/>
              </a:ext>
            </a:extLst>
          </p:cNvPr>
          <p:cNvSpPr txBox="1"/>
          <p:nvPr/>
        </p:nvSpPr>
        <p:spPr>
          <a:xfrm>
            <a:off x="5094594" y="1321922"/>
            <a:ext cx="324168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32/2023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E3146D5A-3B27-C79D-869B-0355A84208BD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677,28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210,73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R$ 117.620.182,68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43,2%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35AB259-EBF0-5BC2-EA51-F9D256723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993" y="1832902"/>
            <a:ext cx="7109484" cy="6621195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FEF906A-41FA-CB08-5E75-0556EABE2C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EB5EF94-D029-9616-0270-ECE066869567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469AC8-11D9-9AC0-44B6-E1DAAE53331D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F8AABEC-36BF-FB49-9D15-6EE3D3F42332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617058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FC3BD-3961-C1C9-3B05-82DDDF83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C3CC8471-072C-660D-D5DB-F49C5EF79A41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0ACE8F1-DF37-6542-5E24-20EFF0A72E40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94E941C-FB8C-F456-A229-C87FB95B767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2326996-EFC4-8998-827E-2AADF41EC1D3}"/>
              </a:ext>
            </a:extLst>
          </p:cNvPr>
          <p:cNvSpPr txBox="1"/>
          <p:nvPr/>
        </p:nvSpPr>
        <p:spPr>
          <a:xfrm>
            <a:off x="5094594" y="1321922"/>
            <a:ext cx="40494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68/2023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A231C7A5-330D-BF51-A4E0-C775779820CD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19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767,76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182,33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R$ 172.149.560,72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66,3%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7B034AC-1C91-B093-D7B8-1B58536BC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865" y="1914377"/>
            <a:ext cx="6965612" cy="6665579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90AD739-D5CA-5434-5298-4F9F41C3BE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3940E05-E759-1079-58B2-4A27980776A9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49D4221-AB35-840A-C5D9-45AFB05EAE51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1251B4D-B6D2-7902-07D7-82FD0B2A81D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51880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DAB5-C772-6410-D267-D9B789C2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164315C6-DEAE-47F9-7D47-FA00097CD7F4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1E964E03-3017-5C2C-9978-358DFD4E27F4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F054E08-6742-750F-5873-E72E97537A48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8E5E6C6-B173-CDF2-1F18-6152C11FBA62}"/>
              </a:ext>
            </a:extLst>
          </p:cNvPr>
          <p:cNvSpPr txBox="1"/>
          <p:nvPr/>
        </p:nvSpPr>
        <p:spPr>
          <a:xfrm>
            <a:off x="5094594" y="1321922"/>
            <a:ext cx="330264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13/2023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623C4CF8-69E2-B607-84E7-9317BCDE07C8}"/>
              </a:ext>
            </a:extLst>
          </p:cNvPr>
          <p:cNvSpPr txBox="1"/>
          <p:nvPr/>
        </p:nvSpPr>
        <p:spPr>
          <a:xfrm>
            <a:off x="2688409" y="2900238"/>
            <a:ext cx="8003890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manutenção da malha rodoviária estadual pavimentada e não pavimentada, incluindo balsas, pistas e alambrados dos aeródromos.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649,75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388,70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R$ 148.186.137,14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70,9%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8884F64-C7C1-E842-5A5B-9D0EFC551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677" y="1914377"/>
            <a:ext cx="7115800" cy="663851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8FE1933-C5DF-E7E5-8BD8-66DB91F923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FE70756-0346-1842-78E6-F1A27FFE5A8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8AADF4A-675D-5351-B77E-5FFB277B8E33}"/>
              </a:ext>
            </a:extLst>
          </p:cNvPr>
          <p:cNvSpPr txBox="1"/>
          <p:nvPr/>
        </p:nvSpPr>
        <p:spPr>
          <a:xfrm>
            <a:off x="135047" y="7944273"/>
            <a:ext cx="2391895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3A1FC38-4BE8-8E07-FF90-199D76D5BC3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457715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49E4-B8C7-0B5B-C197-8E378B0E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01CE848-C3B3-188D-B56F-6BC07DA2232A}"/>
              </a:ext>
            </a:extLst>
          </p:cNvPr>
          <p:cNvSpPr txBox="1"/>
          <p:nvPr/>
        </p:nvSpPr>
        <p:spPr>
          <a:xfrm>
            <a:off x="2688415" y="2868142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LOTES: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1, 2, 3, 4, 5, 6, 7, 8, 9, 10, 11, 12, 13, 14, 15, 16, 17, 18, 19, 20, 21, 22, 23, 24, 25, 26, 27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EXTENSÃO: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Pavimentadas:</a:t>
            </a: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12.280,02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Não Pavimentadas:</a:t>
            </a: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8.265,74</a:t>
            </a: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DOS CONTRATOS: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3.335.612.492,50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Concluído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C77BF9DB-12B2-47D8-B8DA-F270721AE759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42A1478-F055-882D-EC5A-2C272FC45327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AC1D8E5-864B-36EB-05E9-16E66AD6AEE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B4DF419-DDAB-B4E0-25DF-4DFD626D6F19}"/>
              </a:ext>
            </a:extLst>
          </p:cNvPr>
          <p:cNvSpPr txBox="1"/>
          <p:nvPr/>
        </p:nvSpPr>
        <p:spPr>
          <a:xfrm>
            <a:off x="3699713" y="1244736"/>
            <a:ext cx="6247458" cy="835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SERVIÇOS DE MANUTENÇÃO RODOVIÁRIA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35FC8675-50F2-E287-49DE-8894EA08333F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40F5CA4F-AAFF-F226-15DD-354037A3B6A2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3E19CB89-9477-8C44-7D0D-DF17ED73C58D}"/>
              </a:ext>
            </a:extLst>
          </p:cNvPr>
          <p:cNvSpPr txBox="1"/>
          <p:nvPr/>
        </p:nvSpPr>
        <p:spPr>
          <a:xfrm>
            <a:off x="3235079" y="275171"/>
            <a:ext cx="9147425" cy="48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CONSERVA 2016  </a:t>
            </a:r>
            <a:endParaRPr lang="en-US" sz="2200" b="1" dirty="0">
              <a:solidFill>
                <a:srgbClr val="FFFFFF"/>
              </a:solidFill>
              <a:latin typeface="Gotham"/>
              <a:sym typeface="Gotham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41395189-EC1E-C59D-AB65-F1689D062055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8DDC5FD-FD12-C83D-3439-D18DEC3255AD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1A9AC6CF-57B3-C71D-87A6-AE7C5BEF6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1" b="13211"/>
          <a:stretch/>
        </p:blipFill>
        <p:spPr>
          <a:xfrm>
            <a:off x="10827741" y="1828008"/>
            <a:ext cx="3326258" cy="31598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553486A1-EA8E-FF56-57F0-D13D84517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6" r="11796"/>
          <a:stretch/>
        </p:blipFill>
        <p:spPr>
          <a:xfrm>
            <a:off x="10692299" y="5149264"/>
            <a:ext cx="3461699" cy="33495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6056F0FE-C6EF-83F5-14FE-A28833420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9" r="8859"/>
          <a:stretch/>
        </p:blipFill>
        <p:spPr>
          <a:xfrm>
            <a:off x="14289446" y="1749717"/>
            <a:ext cx="3608032" cy="32381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47F857D4-F0B9-2E49-F285-1713E86DC8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7" r="16357"/>
          <a:stretch/>
        </p:blipFill>
        <p:spPr>
          <a:xfrm>
            <a:off x="14407451" y="5149264"/>
            <a:ext cx="3372021" cy="33744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4455B3AA-7E5B-FC57-1C1F-2C10A61A1F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36F84581-742A-9F2B-64FC-569CB2E37E5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1317DB6-BC0F-6606-E8CC-A34E7F23BC99}"/>
              </a:ext>
            </a:extLst>
          </p:cNvPr>
          <p:cNvSpPr txBox="1"/>
          <p:nvPr/>
        </p:nvSpPr>
        <p:spPr>
          <a:xfrm>
            <a:off x="135047" y="7944273"/>
            <a:ext cx="2391895" cy="81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2016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869C370-024F-36E2-493F-D75C07A5995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334409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D0FD-4699-9F54-B5D1-44D5A669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97E7A73-43AC-DCA5-1112-FA07679F11A4}"/>
              </a:ext>
            </a:extLst>
          </p:cNvPr>
          <p:cNvSpPr txBox="1"/>
          <p:nvPr/>
        </p:nvSpPr>
        <p:spPr>
          <a:xfrm>
            <a:off x="2688415" y="2868142"/>
            <a:ext cx="8003890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1, 2, 3, 4, 5, 6, 7, 8, 9, 10, 11, 12, 13, 14, 15, 16, 17, 18, 19, 20.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11.830,13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Não Pavimentadas: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9.248,60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DOS CONTRATOS: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1.322.496.523,91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Concluído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3A45662-9411-A343-E5F4-6EC8504E6551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4893B542-497A-0E59-13A2-D2F0284D0983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6335E2B-4709-5194-EE2B-BE0282E9992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E4F6E9F-59CE-E7AE-68DF-D15C5199CEA0}"/>
              </a:ext>
            </a:extLst>
          </p:cNvPr>
          <p:cNvSpPr txBox="1"/>
          <p:nvPr/>
        </p:nvSpPr>
        <p:spPr>
          <a:xfrm>
            <a:off x="3767952" y="1321922"/>
            <a:ext cx="6247458" cy="835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SERVIÇOS DE MANUTENÇÃO RODOVIÁRIA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4E8EF28B-BEEC-B620-73BE-7779C4062033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A896D61-D1E9-64C8-6B13-C6013E3F07EE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98F15E6-3468-2C3E-7F77-E2278F378E98}"/>
              </a:ext>
            </a:extLst>
          </p:cNvPr>
          <p:cNvSpPr txBox="1"/>
          <p:nvPr/>
        </p:nvSpPr>
        <p:spPr>
          <a:xfrm>
            <a:off x="3235079" y="275171"/>
            <a:ext cx="9147425" cy="48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CONSERVA 2021</a:t>
            </a:r>
            <a:endParaRPr lang="en-US" sz="2200" b="1" dirty="0">
              <a:solidFill>
                <a:srgbClr val="FFFFFF"/>
              </a:solidFill>
              <a:latin typeface="Gotham"/>
              <a:sym typeface="Gotham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FFCAAFEC-AF37-C40D-8834-0BD53750C50F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B058BBB1-81BE-9315-48D0-28AB09C168DF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CFC087A0-C99F-3E7E-9011-F180A3D6A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7741" y="1828008"/>
            <a:ext cx="3326258" cy="31598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A0A7562-B206-779E-81FB-57833D714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299" y="5149264"/>
            <a:ext cx="3461699" cy="33495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E4E309DE-1BB8-AEBD-1A3B-ECA0E187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9446" y="1749717"/>
            <a:ext cx="3608032" cy="32381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21D21630-2A70-3951-58A0-EB330F314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7451" y="5149264"/>
            <a:ext cx="3372021" cy="33744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100B20D-AE3A-E3C5-BED7-2900D6F3F28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66134B1B-9FBA-A3CC-C3AE-30415E9D6BF5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155434E-48F5-E132-0097-A6FA3C696090}"/>
              </a:ext>
            </a:extLst>
          </p:cNvPr>
          <p:cNvSpPr txBox="1"/>
          <p:nvPr/>
        </p:nvSpPr>
        <p:spPr>
          <a:xfrm>
            <a:off x="135047" y="7944273"/>
            <a:ext cx="2391895" cy="81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6EC7C9E-D433-EE7E-690C-BDAC4835C9A9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673983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42CA-6256-1EA6-E583-CBF6AE9D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7239618-3F5E-F2E4-6EF7-2ED3300DEAAD}"/>
              </a:ext>
            </a:extLst>
          </p:cNvPr>
          <p:cNvSpPr txBox="1"/>
          <p:nvPr/>
        </p:nvSpPr>
        <p:spPr>
          <a:xfrm>
            <a:off x="2688415" y="2868142"/>
            <a:ext cx="8003890" cy="3262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1, 2, 3, 4, 5, 6, 7, 8, 9, 10, 11, 12, 13, 14, 15, 16, 17, 18, 19, 20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13.304,87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7399,65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DOS CONTRATOS: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3.820.773.658,19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Licitação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DURAÇÃO PREVISTA: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30 meses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CA68D3D1-8C0B-B9C8-AD5D-CB26599F5D83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F4C177EE-2B79-E31E-84A9-D4630A026190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6A40DA9-6317-0497-31C3-56B3786BF27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3F735C6-9EC2-9982-16B6-5AFCBA5CFBAF}"/>
              </a:ext>
            </a:extLst>
          </p:cNvPr>
          <p:cNvSpPr txBox="1"/>
          <p:nvPr/>
        </p:nvSpPr>
        <p:spPr>
          <a:xfrm>
            <a:off x="3727008" y="1321922"/>
            <a:ext cx="6247458" cy="835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SERVIÇOS DE MANUTENÇÃO RODOVIÁRIA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693654FC-E711-1E13-B54A-5531E59EE432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9EA50402-32F8-2E6D-D023-EDB07888B74A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F56CC70A-772E-A9A8-72C8-404754A0B653}"/>
              </a:ext>
            </a:extLst>
          </p:cNvPr>
          <p:cNvSpPr txBox="1"/>
          <p:nvPr/>
        </p:nvSpPr>
        <p:spPr>
          <a:xfrm>
            <a:off x="3235079" y="275171"/>
            <a:ext cx="9147425" cy="48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LICITAÇÃO – CONSERVA 2026</a:t>
            </a:r>
            <a:endParaRPr lang="en-US" sz="2200" b="1" dirty="0">
              <a:solidFill>
                <a:srgbClr val="FFFFFF"/>
              </a:solidFill>
              <a:latin typeface="Gotham"/>
              <a:sym typeface="Gotham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D0655AAB-3C38-39F1-FF13-4F622AFD5B5C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C16FDC47-1BEF-0E2A-538A-C002B488F53E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28" name="Imagem 27">
            <a:extLst>
              <a:ext uri="{FF2B5EF4-FFF2-40B4-BE49-F238E27FC236}">
                <a16:creationId xmlns:a16="http://schemas.microsoft.com/office/drawing/2014/main" id="{88E94F20-3215-AAEA-6E2C-17881F169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4C48B0C1-13B9-5B8F-A392-DFA8D0C647B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F30F73C-C5B8-04AB-F3CA-8594E60CBE29}"/>
              </a:ext>
            </a:extLst>
          </p:cNvPr>
          <p:cNvSpPr txBox="1"/>
          <p:nvPr/>
        </p:nvSpPr>
        <p:spPr>
          <a:xfrm>
            <a:off x="135047" y="7944273"/>
            <a:ext cx="2391895" cy="81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 2026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BEDA83E-F26B-31E8-D3E8-BE9D7A13F27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2197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23111</TotalTime>
  <Words>1575</Words>
  <Application>Microsoft Office PowerPoint</Application>
  <PresentationFormat>Personalizar</PresentationFormat>
  <Paragraphs>325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Calibri</vt:lpstr>
      <vt:lpstr>Gotham Light</vt:lpstr>
      <vt:lpstr>Gotham</vt:lpstr>
      <vt:lpstr>Arial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72</cp:revision>
  <dcterms:created xsi:type="dcterms:W3CDTF">2006-08-16T00:00:00Z</dcterms:created>
  <dcterms:modified xsi:type="dcterms:W3CDTF">2026-07-22T12:04:19Z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