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2"/>
  </p:notesMasterIdLst>
  <p:sldIdLst>
    <p:sldId id="346" r:id="rId5"/>
    <p:sldId id="516" r:id="rId6"/>
    <p:sldId id="517" r:id="rId7"/>
    <p:sldId id="518" r:id="rId8"/>
    <p:sldId id="519" r:id="rId9"/>
    <p:sldId id="520" r:id="rId10"/>
    <p:sldId id="515" r:id="rId11"/>
  </p:sldIdLst>
  <p:sldSz cx="18288000" cy="10287000"/>
  <p:notesSz cx="6858000" cy="9144000"/>
  <p:embeddedFontLst>
    <p:embeddedFont>
      <p:font typeface="Gotham" panose="020B0604020202020204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rick Esteves" initials="" lastIdx="4" clrIdx="0">
    <p:extLst>
      <p:ext uri="{19B8F6BF-5375-455C-9EA6-DF929625EA0E}">
        <p15:presenceInfo xmlns:p15="http://schemas.microsoft.com/office/powerpoint/2012/main" userId="S::erick.esteves@gestaodma.com.br::553c7fd5-ff97-48fc-a7e2-fca936a1ced7" providerId="AD"/>
      </p:ext>
    </p:extLst>
  </p:cmAuthor>
  <p:cmAuthor id="2" name="Carlos Eduardo da Silva Duarte" initials="CE" lastIdx="2" clrIdx="1">
    <p:extLst>
      <p:ext uri="{19B8F6BF-5375-455C-9EA6-DF929625EA0E}">
        <p15:presenceInfo xmlns:p15="http://schemas.microsoft.com/office/powerpoint/2012/main" userId="S::carlos.sduarte@fornecedores.goias.gov.br::5f8f9a9f-adf7-4680-a019-47e3a6423b3a" providerId="AD"/>
      </p:ext>
    </p:extLst>
  </p:cmAuthor>
  <p:cmAuthor id="3" name="Ana Luísa Neves" initials="AN" lastIdx="1" clrIdx="2">
    <p:extLst>
      <p:ext uri="{19B8F6BF-5375-455C-9EA6-DF929625EA0E}">
        <p15:presenceInfo xmlns:p15="http://schemas.microsoft.com/office/powerpoint/2012/main" userId="S::ana.nabreu_outlook.com#ext#@consorciogerenciadordma.onmicrosoft.com::4de49deb-56eb-4b2c-8912-3efcae8a50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9E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51" autoAdjust="0"/>
    <p:restoredTop sz="94660"/>
  </p:normalViewPr>
  <p:slideViewPr>
    <p:cSldViewPr snapToGrid="0">
      <p:cViewPr varScale="1">
        <p:scale>
          <a:sx n="70" d="100"/>
          <a:sy n="70" d="100"/>
        </p:scale>
        <p:origin x="642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commentAuthors" Target="commentAuthors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Nogueira Lopes" userId="b4794c58-b96d-4e49-8f1f-2dabfe8a9e6e" providerId="ADAL" clId="{816383E1-CDCA-4CC2-B79A-A3F515FC65D6}"/>
    <pc:docChg chg="undo custSel modSld">
      <pc:chgData name="Lucas Nogueira Lopes" userId="b4794c58-b96d-4e49-8f1f-2dabfe8a9e6e" providerId="ADAL" clId="{816383E1-CDCA-4CC2-B79A-A3F515FC65D6}" dt="2026-07-22T12:06:17.223" v="649"/>
      <pc:docMkLst>
        <pc:docMk/>
      </pc:docMkLst>
      <pc:sldChg chg="modSp mod">
        <pc:chgData name="Lucas Nogueira Lopes" userId="b4794c58-b96d-4e49-8f1f-2dabfe8a9e6e" providerId="ADAL" clId="{816383E1-CDCA-4CC2-B79A-A3F515FC65D6}" dt="2026-07-21T17:53:05.663" v="641" actId="20577"/>
        <pc:sldMkLst>
          <pc:docMk/>
          <pc:sldMk cId="1163956260" sldId="346"/>
        </pc:sldMkLst>
        <pc:spChg chg="mod">
          <ac:chgData name="Lucas Nogueira Lopes" userId="b4794c58-b96d-4e49-8f1f-2dabfe8a9e6e" providerId="ADAL" clId="{816383E1-CDCA-4CC2-B79A-A3F515FC65D6}" dt="2026-07-21T17:52:25.181" v="624" actId="20577"/>
          <ac:spMkLst>
            <pc:docMk/>
            <pc:sldMk cId="1163956260" sldId="346"/>
            <ac:spMk id="18" creationId="{A49CFDB2-D1A3-C0D0-946C-573370000CED}"/>
          </ac:spMkLst>
        </pc:spChg>
        <pc:spChg chg="mod">
          <ac:chgData name="Lucas Nogueira Lopes" userId="b4794c58-b96d-4e49-8f1f-2dabfe8a9e6e" providerId="ADAL" clId="{816383E1-CDCA-4CC2-B79A-A3F515FC65D6}" dt="2026-07-21T17:53:05.663" v="641" actId="20577"/>
          <ac:spMkLst>
            <pc:docMk/>
            <pc:sldMk cId="1163956260" sldId="346"/>
            <ac:spMk id="22" creationId="{C4625B58-85EB-FF9E-B9CF-437ACEDC78D6}"/>
          </ac:spMkLst>
        </pc:spChg>
      </pc:sldChg>
      <pc:sldChg chg="addSp delSp modSp mod">
        <pc:chgData name="Lucas Nogueira Lopes" userId="b4794c58-b96d-4e49-8f1f-2dabfe8a9e6e" providerId="ADAL" clId="{816383E1-CDCA-4CC2-B79A-A3F515FC65D6}" dt="2026-07-22T12:06:17.223" v="649"/>
        <pc:sldMkLst>
          <pc:docMk/>
          <pc:sldMk cId="2964079278" sldId="515"/>
        </pc:sldMkLst>
        <pc:spChg chg="mod">
          <ac:chgData name="Lucas Nogueira Lopes" userId="b4794c58-b96d-4e49-8f1f-2dabfe8a9e6e" providerId="ADAL" clId="{816383E1-CDCA-4CC2-B79A-A3F515FC65D6}" dt="2026-07-22T12:06:17.223" v="649"/>
          <ac:spMkLst>
            <pc:docMk/>
            <pc:sldMk cId="2964079278" sldId="515"/>
            <ac:spMk id="5" creationId="{E702A225-8003-7E6F-D65D-FCB7D7F5CD56}"/>
          </ac:spMkLst>
        </pc:spChg>
        <pc:picChg chg="add mod modCrop">
          <ac:chgData name="Lucas Nogueira Lopes" userId="b4794c58-b96d-4e49-8f1f-2dabfe8a9e6e" providerId="ADAL" clId="{816383E1-CDCA-4CC2-B79A-A3F515FC65D6}" dt="2026-07-16T20:26:43.114" v="510" actId="18131"/>
          <ac:picMkLst>
            <pc:docMk/>
            <pc:sldMk cId="2964079278" sldId="515"/>
            <ac:picMk id="7" creationId="{8DE27586-6B77-0130-9BB4-F00DCB4A9808}"/>
          </ac:picMkLst>
        </pc:picChg>
        <pc:picChg chg="add mod">
          <ac:chgData name="Lucas Nogueira Lopes" userId="b4794c58-b96d-4e49-8f1f-2dabfe8a9e6e" providerId="ADAL" clId="{816383E1-CDCA-4CC2-B79A-A3F515FC65D6}" dt="2026-07-16T20:26:24.799" v="476" actId="14826"/>
          <ac:picMkLst>
            <pc:docMk/>
            <pc:sldMk cId="2964079278" sldId="515"/>
            <ac:picMk id="9" creationId="{2203C16A-7534-8ED5-482A-C0F9208D5F39}"/>
          </ac:picMkLst>
        </pc:picChg>
      </pc:sldChg>
      <pc:sldChg chg="addSp delSp modSp mod">
        <pc:chgData name="Lucas Nogueira Lopes" userId="b4794c58-b96d-4e49-8f1f-2dabfe8a9e6e" providerId="ADAL" clId="{816383E1-CDCA-4CC2-B79A-A3F515FC65D6}" dt="2026-07-16T19:56:32.313" v="51" actId="18131"/>
        <pc:sldMkLst>
          <pc:docMk/>
          <pc:sldMk cId="3223381028" sldId="516"/>
        </pc:sldMkLst>
        <pc:picChg chg="add mod modCrop">
          <ac:chgData name="Lucas Nogueira Lopes" userId="b4794c58-b96d-4e49-8f1f-2dabfe8a9e6e" providerId="ADAL" clId="{816383E1-CDCA-4CC2-B79A-A3F515FC65D6}" dt="2026-07-16T19:56:32.313" v="51" actId="18131"/>
          <ac:picMkLst>
            <pc:docMk/>
            <pc:sldMk cId="3223381028" sldId="516"/>
            <ac:picMk id="7" creationId="{FB33E585-D4A2-2EB3-B6B9-9F0030A54A5A}"/>
          </ac:picMkLst>
        </pc:picChg>
        <pc:picChg chg="add mod modCrop">
          <ac:chgData name="Lucas Nogueira Lopes" userId="b4794c58-b96d-4e49-8f1f-2dabfe8a9e6e" providerId="ADAL" clId="{816383E1-CDCA-4CC2-B79A-A3F515FC65D6}" dt="2026-07-16T19:56:25.251" v="29" actId="18131"/>
          <ac:picMkLst>
            <pc:docMk/>
            <pc:sldMk cId="3223381028" sldId="516"/>
            <ac:picMk id="9" creationId="{8525E272-360E-4567-55E7-DE36A28523B1}"/>
          </ac:picMkLst>
        </pc:picChg>
      </pc:sldChg>
      <pc:sldChg chg="addSp delSp modSp mod">
        <pc:chgData name="Lucas Nogueira Lopes" userId="b4794c58-b96d-4e49-8f1f-2dabfe8a9e6e" providerId="ADAL" clId="{816383E1-CDCA-4CC2-B79A-A3F515FC65D6}" dt="2026-07-16T20:01:31.012" v="85" actId="18131"/>
        <pc:sldMkLst>
          <pc:docMk/>
          <pc:sldMk cId="3635002247" sldId="517"/>
        </pc:sldMkLst>
        <pc:picChg chg="add mod modCrop">
          <ac:chgData name="Lucas Nogueira Lopes" userId="b4794c58-b96d-4e49-8f1f-2dabfe8a9e6e" providerId="ADAL" clId="{816383E1-CDCA-4CC2-B79A-A3F515FC65D6}" dt="2026-07-16T20:01:31.012" v="85" actId="18131"/>
          <ac:picMkLst>
            <pc:docMk/>
            <pc:sldMk cId="3635002247" sldId="517"/>
            <ac:picMk id="7" creationId="{94C71CC3-D895-FB88-507A-F6505B7C421D}"/>
          </ac:picMkLst>
        </pc:picChg>
        <pc:picChg chg="add mod">
          <ac:chgData name="Lucas Nogueira Lopes" userId="b4794c58-b96d-4e49-8f1f-2dabfe8a9e6e" providerId="ADAL" clId="{816383E1-CDCA-4CC2-B79A-A3F515FC65D6}" dt="2026-07-16T20:01:18.033" v="54" actId="14826"/>
          <ac:picMkLst>
            <pc:docMk/>
            <pc:sldMk cId="3635002247" sldId="517"/>
            <ac:picMk id="9" creationId="{3C4045FE-C0BB-6C62-C23E-978B63B11B7C}"/>
          </ac:picMkLst>
        </pc:picChg>
      </pc:sldChg>
      <pc:sldChg chg="addSp delSp modSp mod">
        <pc:chgData name="Lucas Nogueira Lopes" userId="b4794c58-b96d-4e49-8f1f-2dabfe8a9e6e" providerId="ADAL" clId="{816383E1-CDCA-4CC2-B79A-A3F515FC65D6}" dt="2026-07-16T20:06:42.101" v="397" actId="18131"/>
        <pc:sldMkLst>
          <pc:docMk/>
          <pc:sldMk cId="2206740504" sldId="518"/>
        </pc:sldMkLst>
        <pc:picChg chg="add mod modCrop">
          <ac:chgData name="Lucas Nogueira Lopes" userId="b4794c58-b96d-4e49-8f1f-2dabfe8a9e6e" providerId="ADAL" clId="{816383E1-CDCA-4CC2-B79A-A3F515FC65D6}" dt="2026-07-16T20:05:31.886" v="354" actId="18131"/>
          <ac:picMkLst>
            <pc:docMk/>
            <pc:sldMk cId="2206740504" sldId="518"/>
            <ac:picMk id="7" creationId="{E545C304-73EC-9076-3E0B-536152298F0D}"/>
          </ac:picMkLst>
        </pc:picChg>
        <pc:picChg chg="add mod modCrop">
          <ac:chgData name="Lucas Nogueira Lopes" userId="b4794c58-b96d-4e49-8f1f-2dabfe8a9e6e" providerId="ADAL" clId="{816383E1-CDCA-4CC2-B79A-A3F515FC65D6}" dt="2026-07-16T20:06:42.101" v="397" actId="18131"/>
          <ac:picMkLst>
            <pc:docMk/>
            <pc:sldMk cId="2206740504" sldId="518"/>
            <ac:picMk id="9" creationId="{9856775C-E71C-7CCE-5E1A-FA147C55C865}"/>
          </ac:picMkLst>
        </pc:picChg>
      </pc:sldChg>
      <pc:sldChg chg="addSp delSp modSp mod">
        <pc:chgData name="Lucas Nogueira Lopes" userId="b4794c58-b96d-4e49-8f1f-2dabfe8a9e6e" providerId="ADAL" clId="{816383E1-CDCA-4CC2-B79A-A3F515FC65D6}" dt="2026-07-16T20:11:26.392" v="414" actId="18131"/>
        <pc:sldMkLst>
          <pc:docMk/>
          <pc:sldMk cId="4097811502" sldId="519"/>
        </pc:sldMkLst>
        <pc:picChg chg="add mod modCrop">
          <ac:chgData name="Lucas Nogueira Lopes" userId="b4794c58-b96d-4e49-8f1f-2dabfe8a9e6e" providerId="ADAL" clId="{816383E1-CDCA-4CC2-B79A-A3F515FC65D6}" dt="2026-07-16T20:11:22.960" v="409" actId="18131"/>
          <ac:picMkLst>
            <pc:docMk/>
            <pc:sldMk cId="4097811502" sldId="519"/>
            <ac:picMk id="7" creationId="{31380405-1147-BED9-2CC9-52AD833A68AA}"/>
          </ac:picMkLst>
        </pc:picChg>
        <pc:picChg chg="add mod modCrop">
          <ac:chgData name="Lucas Nogueira Lopes" userId="b4794c58-b96d-4e49-8f1f-2dabfe8a9e6e" providerId="ADAL" clId="{816383E1-CDCA-4CC2-B79A-A3F515FC65D6}" dt="2026-07-16T20:11:26.392" v="414" actId="18131"/>
          <ac:picMkLst>
            <pc:docMk/>
            <pc:sldMk cId="4097811502" sldId="519"/>
            <ac:picMk id="9" creationId="{F8A1ACA8-9074-2C94-929B-5A3537B10C7E}"/>
          </ac:picMkLst>
        </pc:picChg>
      </pc:sldChg>
      <pc:sldChg chg="addSp delSp modSp mod">
        <pc:chgData name="Lucas Nogueira Lopes" userId="b4794c58-b96d-4e49-8f1f-2dabfe8a9e6e" providerId="ADAL" clId="{816383E1-CDCA-4CC2-B79A-A3F515FC65D6}" dt="2026-07-22T12:06:08.886" v="645"/>
        <pc:sldMkLst>
          <pc:docMk/>
          <pc:sldMk cId="3849275687" sldId="520"/>
        </pc:sldMkLst>
        <pc:spChg chg="mod">
          <ac:chgData name="Lucas Nogueira Lopes" userId="b4794c58-b96d-4e49-8f1f-2dabfe8a9e6e" providerId="ADAL" clId="{816383E1-CDCA-4CC2-B79A-A3F515FC65D6}" dt="2026-07-22T12:06:08.886" v="645"/>
          <ac:spMkLst>
            <pc:docMk/>
            <pc:sldMk cId="3849275687" sldId="520"/>
            <ac:spMk id="31" creationId="{E21EEF63-EBDE-AE57-16B7-98C36E1E9CCB}"/>
          </ac:spMkLst>
        </pc:spChg>
        <pc:picChg chg="add mod modCrop">
          <ac:chgData name="Lucas Nogueira Lopes" userId="b4794c58-b96d-4e49-8f1f-2dabfe8a9e6e" providerId="ADAL" clId="{816383E1-CDCA-4CC2-B79A-A3F515FC65D6}" dt="2026-07-16T20:16:51.048" v="470" actId="14826"/>
          <ac:picMkLst>
            <pc:docMk/>
            <pc:sldMk cId="3849275687" sldId="520"/>
            <ac:picMk id="7" creationId="{C868F05A-0A3D-99F6-4D3E-45944669E418}"/>
          </ac:picMkLst>
        </pc:picChg>
        <pc:picChg chg="add mod modCrop">
          <ac:chgData name="Lucas Nogueira Lopes" userId="b4794c58-b96d-4e49-8f1f-2dabfe8a9e6e" providerId="ADAL" clId="{816383E1-CDCA-4CC2-B79A-A3F515FC65D6}" dt="2026-07-16T20:14:49.564" v="446" actId="18131"/>
          <ac:picMkLst>
            <pc:docMk/>
            <pc:sldMk cId="3849275687" sldId="520"/>
            <ac:picMk id="9" creationId="{5E16B0CC-22F7-7090-5BD8-1B491FFA56B8}"/>
          </ac:picMkLst>
        </pc:picChg>
      </pc:sldChg>
    </pc:docChg>
  </pc:docChgLst>
  <pc:docChgLst>
    <pc:chgData name="Ana Paula de Melo Drumond Martins de Araujo" userId="S::ana.maraujo@goias.gov.br::dc67ad28-862e-492e-ae42-5b178205df84" providerId="AD" clId="Web-{A15777EC-1BA8-1368-EAAE-C0846D844729}"/>
    <pc:docChg chg="modSld">
      <pc:chgData name="Ana Paula de Melo Drumond Martins de Araujo" userId="S::ana.maraujo@goias.gov.br::dc67ad28-862e-492e-ae42-5b178205df84" providerId="AD" clId="Web-{A15777EC-1BA8-1368-EAAE-C0846D844729}" dt="2026-07-13T19:23:18.811" v="93" actId="20577"/>
      <pc:docMkLst>
        <pc:docMk/>
      </pc:docMkLst>
      <pc:sldChg chg="modSp">
        <pc:chgData name="Ana Paula de Melo Drumond Martins de Araujo" userId="S::ana.maraujo@goias.gov.br::dc67ad28-862e-492e-ae42-5b178205df84" providerId="AD" clId="Web-{A15777EC-1BA8-1368-EAAE-C0846D844729}" dt="2026-07-13T19:23:18.811" v="93" actId="20577"/>
        <pc:sldMkLst>
          <pc:docMk/>
          <pc:sldMk cId="1163956260" sldId="346"/>
        </pc:sldMkLst>
        <pc:spChg chg="mod">
          <ac:chgData name="Ana Paula de Melo Drumond Martins de Araujo" userId="S::ana.maraujo@goias.gov.br::dc67ad28-862e-492e-ae42-5b178205df84" providerId="AD" clId="Web-{A15777EC-1BA8-1368-EAAE-C0846D844729}" dt="2026-07-13T19:21:23.462" v="46" actId="20577"/>
          <ac:spMkLst>
            <pc:docMk/>
            <pc:sldMk cId="1163956260" sldId="346"/>
            <ac:spMk id="18" creationId="{A49CFDB2-D1A3-C0D0-946C-573370000CED}"/>
          </ac:spMkLst>
        </pc:spChg>
        <pc:spChg chg="mod">
          <ac:chgData name="Ana Paula de Melo Drumond Martins de Araujo" userId="S::ana.maraujo@goias.gov.br::dc67ad28-862e-492e-ae42-5b178205df84" providerId="AD" clId="Web-{A15777EC-1BA8-1368-EAAE-C0846D844729}" dt="2026-07-13T19:22:03.776" v="65" actId="20577"/>
          <ac:spMkLst>
            <pc:docMk/>
            <pc:sldMk cId="1163956260" sldId="346"/>
            <ac:spMk id="22" creationId="{C4625B58-85EB-FF9E-B9CF-437ACEDC78D6}"/>
          </ac:spMkLst>
        </pc:spChg>
        <pc:spChg chg="mod">
          <ac:chgData name="Ana Paula de Melo Drumond Martins de Araujo" userId="S::ana.maraujo@goias.gov.br::dc67ad28-862e-492e-ae42-5b178205df84" providerId="AD" clId="Web-{A15777EC-1BA8-1368-EAAE-C0846D844729}" dt="2026-07-13T19:23:18.811" v="93" actId="20577"/>
          <ac:spMkLst>
            <pc:docMk/>
            <pc:sldMk cId="1163956260" sldId="346"/>
            <ac:spMk id="26" creationId="{822A0781-2519-7DB1-EDAD-C5594F3856FA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22.07.2026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4B3C1-D609-E1DE-B089-634783FBC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A7BCB13-099A-E1D7-FB7F-848E192991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9A4FE6-D376-785D-4719-1034EA9BA15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25E9A80-CC92-50EE-D0BE-0D31DD8156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19C92C3-23A9-47E2-3876-2966E9B691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5FCDA9-CECB-FA42-80F8-D8558A2AEDB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FAEC07-B476-1073-8CCA-BC0BE52E6D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136824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453091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44779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075789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28484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825251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467715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jpe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8.jpg"/><Relationship Id="rId5" Type="http://schemas.openxmlformats.org/officeDocument/2006/relationships/image" Target="../media/image9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0.jpg"/><Relationship Id="rId5" Type="http://schemas.openxmlformats.org/officeDocument/2006/relationships/image" Target="../media/image1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4.jpg"/><Relationship Id="rId5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8E0DA-DA35-C90A-A3D7-13A1DA94F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A887BDF4-0623-D22C-6A53-7BC30DD6B6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355331" y="-40848"/>
            <a:ext cx="10089855" cy="10360463"/>
          </a:xfrm>
          <a:prstGeom prst="rect">
            <a:avLst/>
          </a:prstGeom>
        </p:spPr>
      </p:pic>
      <p:sp>
        <p:nvSpPr>
          <p:cNvPr id="3" name="Freeform 3">
            <a:extLst>
              <a:ext uri="{FF2B5EF4-FFF2-40B4-BE49-F238E27FC236}">
                <a16:creationId xmlns:a16="http://schemas.microsoft.com/office/drawing/2014/main" id="{15431C81-2660-E918-38D7-0FBC4E7B180E}"/>
              </a:ext>
            </a:extLst>
          </p:cNvPr>
          <p:cNvSpPr/>
          <p:nvPr/>
        </p:nvSpPr>
        <p:spPr>
          <a:xfrm rot="-5400000">
            <a:off x="5152519" y="10028"/>
            <a:ext cx="10288011" cy="10267949"/>
          </a:xfrm>
          <a:custGeom>
            <a:avLst/>
            <a:gdLst/>
            <a:ahLst/>
            <a:cxnLst/>
            <a:rect l="l" t="t" r="r" b="b"/>
            <a:pathLst>
              <a:path w="10288011" h="15430499">
                <a:moveTo>
                  <a:pt x="0" y="0"/>
                </a:moveTo>
                <a:lnTo>
                  <a:pt x="10288012" y="0"/>
                </a:lnTo>
                <a:lnTo>
                  <a:pt x="10288012" y="15430499"/>
                </a:lnTo>
                <a:lnTo>
                  <a:pt x="0" y="154304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 l="-5" r="-5"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58812E64-4EF0-4EC9-DC72-CC135F26A5D2}"/>
              </a:ext>
            </a:extLst>
          </p:cNvPr>
          <p:cNvGrpSpPr/>
          <p:nvPr/>
        </p:nvGrpSpPr>
        <p:grpSpPr>
          <a:xfrm>
            <a:off x="5162550" y="0"/>
            <a:ext cx="13125450" cy="10287000"/>
            <a:chOff x="0" y="0"/>
            <a:chExt cx="17500600" cy="137160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3B6BAC2-15F4-640D-6C63-CE27009F7BFF}"/>
                </a:ext>
              </a:extLst>
            </p:cNvPr>
            <p:cNvSpPr/>
            <p:nvPr/>
          </p:nvSpPr>
          <p:spPr>
            <a:xfrm>
              <a:off x="0" y="0"/>
              <a:ext cx="17500600" cy="13716000"/>
            </a:xfrm>
            <a:custGeom>
              <a:avLst/>
              <a:gdLst/>
              <a:ahLst/>
              <a:cxnLst/>
              <a:rect l="l" t="t" r="r" b="b"/>
              <a:pathLst>
                <a:path w="17500600" h="13716000">
                  <a:moveTo>
                    <a:pt x="0" y="0"/>
                  </a:moveTo>
                  <a:lnTo>
                    <a:pt x="17500600" y="0"/>
                  </a:lnTo>
                  <a:lnTo>
                    <a:pt x="17500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7FBE13A6-65D5-D518-721B-AB411FD558B2}"/>
              </a:ext>
            </a:extLst>
          </p:cNvPr>
          <p:cNvSpPr txBox="1"/>
          <p:nvPr/>
        </p:nvSpPr>
        <p:spPr>
          <a:xfrm>
            <a:off x="6458508" y="3729055"/>
            <a:ext cx="6631056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3600" dirty="0">
                <a:solidFill>
                  <a:srgbClr val="00B050"/>
                </a:solidFill>
                <a:latin typeface="Gotham"/>
                <a:ea typeface="Gotham"/>
                <a:cs typeface="Gotham"/>
                <a:sym typeface="Gotham"/>
              </a:rPr>
              <a:t>SUPERVISÃO DE MANUTENÇÃO RODOVIÁRIA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3FAA307-9016-C81D-DD93-E5941DA3A57D}"/>
              </a:ext>
            </a:extLst>
          </p:cNvPr>
          <p:cNvSpPr txBox="1"/>
          <p:nvPr/>
        </p:nvSpPr>
        <p:spPr>
          <a:xfrm>
            <a:off x="6096000" y="-190500"/>
            <a:ext cx="6060114" cy="460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20"/>
              </a:lnSpc>
            </a:pPr>
            <a:r>
              <a:rPr lang="en-US" sz="29850" dirty="0">
                <a:solidFill>
                  <a:srgbClr val="2DA54A"/>
                </a:solidFill>
                <a:latin typeface="Gotham Light"/>
                <a:ea typeface="Gotham Light"/>
                <a:cs typeface="Gotham Light"/>
                <a:sym typeface="Gotham Light"/>
              </a:rPr>
              <a:t>02.</a:t>
            </a:r>
          </a:p>
        </p:txBody>
      </p:sp>
      <p:grpSp>
        <p:nvGrpSpPr>
          <p:cNvPr id="15" name="Group 9">
            <a:extLst>
              <a:ext uri="{FF2B5EF4-FFF2-40B4-BE49-F238E27FC236}">
                <a16:creationId xmlns:a16="http://schemas.microsoft.com/office/drawing/2014/main" id="{A1FFF450-13CD-7376-DC09-91384D270F31}"/>
              </a:ext>
            </a:extLst>
          </p:cNvPr>
          <p:cNvGrpSpPr/>
          <p:nvPr/>
        </p:nvGrpSpPr>
        <p:grpSpPr>
          <a:xfrm>
            <a:off x="7320470" y="5623191"/>
            <a:ext cx="2812677" cy="3028750"/>
            <a:chOff x="0" y="0"/>
            <a:chExt cx="4019550" cy="4092576"/>
          </a:xfrm>
        </p:grpSpPr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EB1EB9D4-C5EA-6BE5-22D0-08D92B05B272}"/>
                </a:ext>
              </a:extLst>
            </p:cNvPr>
            <p:cNvSpPr/>
            <p:nvPr/>
          </p:nvSpPr>
          <p:spPr>
            <a:xfrm>
              <a:off x="0" y="0"/>
              <a:ext cx="4019550" cy="4092575"/>
            </a:xfrm>
            <a:custGeom>
              <a:avLst/>
              <a:gdLst/>
              <a:ahLst/>
              <a:cxnLst/>
              <a:rect l="l" t="t" r="r" b="b"/>
              <a:pathLst>
                <a:path w="4019550" h="4092575">
                  <a:moveTo>
                    <a:pt x="0" y="4092575"/>
                  </a:moveTo>
                  <a:cubicBezTo>
                    <a:pt x="2800350" y="4092575"/>
                    <a:pt x="2800350" y="4092575"/>
                    <a:pt x="2800350" y="4092575"/>
                  </a:cubicBezTo>
                  <a:cubicBezTo>
                    <a:pt x="3470275" y="4092575"/>
                    <a:pt x="4019550" y="3543300"/>
                    <a:pt x="4019550" y="2873375"/>
                  </a:cubicBezTo>
                  <a:cubicBezTo>
                    <a:pt x="4019550" y="1219200"/>
                    <a:pt x="4019550" y="1219200"/>
                    <a:pt x="4019550" y="1219200"/>
                  </a:cubicBezTo>
                  <a:cubicBezTo>
                    <a:pt x="4019550" y="549275"/>
                    <a:pt x="3470275" y="0"/>
                    <a:pt x="2800350" y="0"/>
                  </a:cubicBezTo>
                  <a:cubicBezTo>
                    <a:pt x="1219200" y="0"/>
                    <a:pt x="1219200" y="0"/>
                    <a:pt x="1219200" y="0"/>
                  </a:cubicBezTo>
                  <a:cubicBezTo>
                    <a:pt x="549275" y="0"/>
                    <a:pt x="0" y="549275"/>
                    <a:pt x="0" y="1219200"/>
                  </a:cubicBezTo>
                  <a:lnTo>
                    <a:pt x="0" y="4092575"/>
                  </a:lnTo>
                  <a:close/>
                </a:path>
              </a:pathLst>
            </a:custGeom>
            <a:solidFill>
              <a:srgbClr val="2DA54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1">
              <a:extLst>
                <a:ext uri="{FF2B5EF4-FFF2-40B4-BE49-F238E27FC236}">
                  <a16:creationId xmlns:a16="http://schemas.microsoft.com/office/drawing/2014/main" id="{99C1DEED-C7C6-8C01-28C7-7F4D9F14639C}"/>
                </a:ext>
              </a:extLst>
            </p:cNvPr>
            <p:cNvSpPr txBox="1"/>
            <p:nvPr/>
          </p:nvSpPr>
          <p:spPr>
            <a:xfrm>
              <a:off x="0" y="0"/>
              <a:ext cx="4019550" cy="40925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.</a:t>
              </a:r>
            </a:p>
          </p:txBody>
        </p:sp>
      </p:grpSp>
      <p:sp>
        <p:nvSpPr>
          <p:cNvPr id="18" name="TextBox 26">
            <a:extLst>
              <a:ext uri="{FF2B5EF4-FFF2-40B4-BE49-F238E27FC236}">
                <a16:creationId xmlns:a16="http://schemas.microsoft.com/office/drawing/2014/main" id="{A49CFDB2-D1A3-C0D0-946C-573370000CED}"/>
              </a:ext>
            </a:extLst>
          </p:cNvPr>
          <p:cNvSpPr txBox="1"/>
          <p:nvPr/>
        </p:nvSpPr>
        <p:spPr>
          <a:xfrm>
            <a:off x="7491469" y="6730861"/>
            <a:ext cx="2470678" cy="11001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pt-BR" b="1" dirty="0">
                <a:solidFill>
                  <a:srgbClr val="FFFFFF"/>
                </a:solidFill>
                <a:latin typeface="Gotham"/>
                <a:ea typeface="Gotham"/>
                <a:cs typeface="Gotham"/>
              </a:rPr>
              <a:t>22.222,04 KM DE RODOVIAS PAVIMENTADAS</a:t>
            </a:r>
            <a:endParaRPr lang="pt-BR" sz="1800" b="1" dirty="0">
              <a:solidFill>
                <a:srgbClr val="FFFFFF"/>
              </a:solidFill>
              <a:latin typeface="Gotham"/>
              <a:ea typeface="Gotham"/>
              <a:cs typeface="Gotham"/>
            </a:endParaRPr>
          </a:p>
          <a:p>
            <a:pPr algn="l">
              <a:lnSpc>
                <a:spcPts val="2160"/>
              </a:lnSpc>
              <a:spcBef>
                <a:spcPct val="0"/>
              </a:spcBef>
            </a:pPr>
            <a:endParaRPr lang="en-US" sz="1800" dirty="0">
              <a:solidFill>
                <a:srgbClr val="FFFFFF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grpSp>
        <p:nvGrpSpPr>
          <p:cNvPr id="19" name="Group 9">
            <a:extLst>
              <a:ext uri="{FF2B5EF4-FFF2-40B4-BE49-F238E27FC236}">
                <a16:creationId xmlns:a16="http://schemas.microsoft.com/office/drawing/2014/main" id="{74836AD1-E800-60B9-8D5C-F82530FE1C59}"/>
              </a:ext>
            </a:extLst>
          </p:cNvPr>
          <p:cNvGrpSpPr/>
          <p:nvPr/>
        </p:nvGrpSpPr>
        <p:grpSpPr>
          <a:xfrm>
            <a:off x="10524104" y="5623190"/>
            <a:ext cx="2812677" cy="3028750"/>
            <a:chOff x="0" y="0"/>
            <a:chExt cx="4019550" cy="4092576"/>
          </a:xfrm>
        </p:grpSpPr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7BCB73E3-DD83-DA2D-3D9F-B4344B0BAC52}"/>
                </a:ext>
              </a:extLst>
            </p:cNvPr>
            <p:cNvSpPr/>
            <p:nvPr/>
          </p:nvSpPr>
          <p:spPr>
            <a:xfrm>
              <a:off x="0" y="0"/>
              <a:ext cx="4019550" cy="4092575"/>
            </a:xfrm>
            <a:custGeom>
              <a:avLst/>
              <a:gdLst/>
              <a:ahLst/>
              <a:cxnLst/>
              <a:rect l="l" t="t" r="r" b="b"/>
              <a:pathLst>
                <a:path w="4019550" h="4092575">
                  <a:moveTo>
                    <a:pt x="0" y="4092575"/>
                  </a:moveTo>
                  <a:cubicBezTo>
                    <a:pt x="2800350" y="4092575"/>
                    <a:pt x="2800350" y="4092575"/>
                    <a:pt x="2800350" y="4092575"/>
                  </a:cubicBezTo>
                  <a:cubicBezTo>
                    <a:pt x="3470275" y="4092575"/>
                    <a:pt x="4019550" y="3543300"/>
                    <a:pt x="4019550" y="2873375"/>
                  </a:cubicBezTo>
                  <a:cubicBezTo>
                    <a:pt x="4019550" y="1219200"/>
                    <a:pt x="4019550" y="1219200"/>
                    <a:pt x="4019550" y="1219200"/>
                  </a:cubicBezTo>
                  <a:cubicBezTo>
                    <a:pt x="4019550" y="549275"/>
                    <a:pt x="3470275" y="0"/>
                    <a:pt x="2800350" y="0"/>
                  </a:cubicBezTo>
                  <a:cubicBezTo>
                    <a:pt x="1219200" y="0"/>
                    <a:pt x="1219200" y="0"/>
                    <a:pt x="1219200" y="0"/>
                  </a:cubicBezTo>
                  <a:cubicBezTo>
                    <a:pt x="549275" y="0"/>
                    <a:pt x="0" y="549275"/>
                    <a:pt x="0" y="1219200"/>
                  </a:cubicBezTo>
                  <a:lnTo>
                    <a:pt x="0" y="4092575"/>
                  </a:lnTo>
                  <a:close/>
                </a:path>
              </a:pathLst>
            </a:custGeom>
            <a:solidFill>
              <a:srgbClr val="2DA54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TextBox 11">
              <a:extLst>
                <a:ext uri="{FF2B5EF4-FFF2-40B4-BE49-F238E27FC236}">
                  <a16:creationId xmlns:a16="http://schemas.microsoft.com/office/drawing/2014/main" id="{BDC1A39C-9F66-EE1C-A8C1-0CF24891F4AA}"/>
                </a:ext>
              </a:extLst>
            </p:cNvPr>
            <p:cNvSpPr txBox="1"/>
            <p:nvPr/>
          </p:nvSpPr>
          <p:spPr>
            <a:xfrm>
              <a:off x="0" y="0"/>
              <a:ext cx="4019550" cy="40925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.</a:t>
              </a:r>
            </a:p>
          </p:txBody>
        </p:sp>
      </p:grpSp>
      <p:sp>
        <p:nvSpPr>
          <p:cNvPr id="22" name="TextBox 26">
            <a:extLst>
              <a:ext uri="{FF2B5EF4-FFF2-40B4-BE49-F238E27FC236}">
                <a16:creationId xmlns:a16="http://schemas.microsoft.com/office/drawing/2014/main" id="{C4625B58-85EB-FF9E-B9CF-437ACEDC78D6}"/>
              </a:ext>
            </a:extLst>
          </p:cNvPr>
          <p:cNvSpPr txBox="1"/>
          <p:nvPr/>
        </p:nvSpPr>
        <p:spPr>
          <a:xfrm>
            <a:off x="10707385" y="6446413"/>
            <a:ext cx="2470678" cy="11153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endParaRPr dirty="0"/>
          </a:p>
          <a:p>
            <a:pPr algn="ctr">
              <a:lnSpc>
                <a:spcPts val="2160"/>
              </a:lnSpc>
            </a:pPr>
            <a:r>
              <a:rPr lang="en-US" b="1" dirty="0">
                <a:solidFill>
                  <a:srgbClr val="FFFFFF"/>
                </a:solidFill>
                <a:latin typeface="Gotham"/>
                <a:sym typeface="Gotham"/>
              </a:rPr>
              <a:t>20.547,92 KM DE RODOVIAS NÃO PAVIMENTADAS</a:t>
            </a:r>
            <a:endParaRPr lang="en-US" dirty="0"/>
          </a:p>
        </p:txBody>
      </p:sp>
      <p:grpSp>
        <p:nvGrpSpPr>
          <p:cNvPr id="23" name="Group 9">
            <a:extLst>
              <a:ext uri="{FF2B5EF4-FFF2-40B4-BE49-F238E27FC236}">
                <a16:creationId xmlns:a16="http://schemas.microsoft.com/office/drawing/2014/main" id="{41BFE2CA-1DC4-855B-0F37-900F4FBEF3C3}"/>
              </a:ext>
            </a:extLst>
          </p:cNvPr>
          <p:cNvGrpSpPr/>
          <p:nvPr/>
        </p:nvGrpSpPr>
        <p:grpSpPr>
          <a:xfrm>
            <a:off x="13727738" y="5623190"/>
            <a:ext cx="2812677" cy="3028750"/>
            <a:chOff x="0" y="0"/>
            <a:chExt cx="4019550" cy="4092576"/>
          </a:xfrm>
        </p:grpSpPr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CBC0F28B-9465-52E8-248E-45A1FA81F6B6}"/>
                </a:ext>
              </a:extLst>
            </p:cNvPr>
            <p:cNvSpPr/>
            <p:nvPr/>
          </p:nvSpPr>
          <p:spPr>
            <a:xfrm>
              <a:off x="0" y="0"/>
              <a:ext cx="4019550" cy="4092575"/>
            </a:xfrm>
            <a:custGeom>
              <a:avLst/>
              <a:gdLst/>
              <a:ahLst/>
              <a:cxnLst/>
              <a:rect l="l" t="t" r="r" b="b"/>
              <a:pathLst>
                <a:path w="4019550" h="4092575">
                  <a:moveTo>
                    <a:pt x="0" y="4092575"/>
                  </a:moveTo>
                  <a:cubicBezTo>
                    <a:pt x="2800350" y="4092575"/>
                    <a:pt x="2800350" y="4092575"/>
                    <a:pt x="2800350" y="4092575"/>
                  </a:cubicBezTo>
                  <a:cubicBezTo>
                    <a:pt x="3470275" y="4092575"/>
                    <a:pt x="4019550" y="3543300"/>
                    <a:pt x="4019550" y="2873375"/>
                  </a:cubicBezTo>
                  <a:cubicBezTo>
                    <a:pt x="4019550" y="1219200"/>
                    <a:pt x="4019550" y="1219200"/>
                    <a:pt x="4019550" y="1219200"/>
                  </a:cubicBezTo>
                  <a:cubicBezTo>
                    <a:pt x="4019550" y="549275"/>
                    <a:pt x="3470275" y="0"/>
                    <a:pt x="2800350" y="0"/>
                  </a:cubicBezTo>
                  <a:cubicBezTo>
                    <a:pt x="1219200" y="0"/>
                    <a:pt x="1219200" y="0"/>
                    <a:pt x="1219200" y="0"/>
                  </a:cubicBezTo>
                  <a:cubicBezTo>
                    <a:pt x="549275" y="0"/>
                    <a:pt x="0" y="549275"/>
                    <a:pt x="0" y="1219200"/>
                  </a:cubicBezTo>
                  <a:lnTo>
                    <a:pt x="0" y="4092575"/>
                  </a:lnTo>
                  <a:close/>
                </a:path>
              </a:pathLst>
            </a:custGeom>
            <a:solidFill>
              <a:srgbClr val="2DA54A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TextBox 11">
              <a:extLst>
                <a:ext uri="{FF2B5EF4-FFF2-40B4-BE49-F238E27FC236}">
                  <a16:creationId xmlns:a16="http://schemas.microsoft.com/office/drawing/2014/main" id="{C1C39FD5-B09D-53BE-0E16-5CC02B519085}"/>
                </a:ext>
              </a:extLst>
            </p:cNvPr>
            <p:cNvSpPr txBox="1"/>
            <p:nvPr/>
          </p:nvSpPr>
          <p:spPr>
            <a:xfrm>
              <a:off x="0" y="0"/>
              <a:ext cx="4019550" cy="40925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.</a:t>
              </a:r>
            </a:p>
          </p:txBody>
        </p:sp>
      </p:grpSp>
      <p:sp>
        <p:nvSpPr>
          <p:cNvPr id="26" name="TextBox 26">
            <a:extLst>
              <a:ext uri="{FF2B5EF4-FFF2-40B4-BE49-F238E27FC236}">
                <a16:creationId xmlns:a16="http://schemas.microsoft.com/office/drawing/2014/main" id="{822A0781-2519-7DB1-EDAD-C5594F3856FA}"/>
              </a:ext>
            </a:extLst>
          </p:cNvPr>
          <p:cNvSpPr txBox="1"/>
          <p:nvPr/>
        </p:nvSpPr>
        <p:spPr>
          <a:xfrm>
            <a:off x="13898737" y="6491384"/>
            <a:ext cx="2470678" cy="11011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endParaRPr dirty="0"/>
          </a:p>
          <a:p>
            <a:pPr algn="ctr">
              <a:lnSpc>
                <a:spcPts val="2160"/>
              </a:lnSpc>
            </a:pPr>
            <a:r>
              <a:rPr lang="pt-BR" b="1" dirty="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VALOR TOTAL CONTRATADO: </a:t>
            </a:r>
          </a:p>
          <a:p>
            <a:pPr algn="ctr">
              <a:lnSpc>
                <a:spcPts val="2160"/>
              </a:lnSpc>
            </a:pPr>
            <a:r>
              <a:rPr lang="pt-BR" b="1" dirty="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R$ 286.056.227,15</a:t>
            </a:r>
            <a:endParaRPr lang="en-US" sz="1800" dirty="0">
              <a:solidFill>
                <a:srgbClr val="FFFFFF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B1F7DF8-644D-1940-90BF-B3F4672E8CC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956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FD5E3-38D4-31E1-B6E8-3972F3B4D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7392A567-A2FE-67C1-A093-710FE3FACC24}"/>
              </a:ext>
            </a:extLst>
          </p:cNvPr>
          <p:cNvSpPr txBox="1"/>
          <p:nvPr/>
        </p:nvSpPr>
        <p:spPr>
          <a:xfrm>
            <a:off x="2688415" y="2868142"/>
            <a:ext cx="8003890" cy="5555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Execução de serviços técnicos especializados de supervisão regional em apoio à fiscalização na execução das ações de manutenção e recuperação da malha rodoviária sob a jurisdição da Agência Goiana de Infraestrutura e Transportes.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LOTE: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01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EXTENSÕES: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Pavimentadas: 2.554,70 km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Não Pavimentadas: 2.127,82 km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R$ 34.507.886,15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: 74,2%</a:t>
            </a:r>
          </a:p>
          <a:p>
            <a:endParaRPr lang="pt-BR" sz="1950" b="1" dirty="0">
              <a:solidFill>
                <a:srgbClr val="3C3C3C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950" dirty="0">
              <a:solidFill>
                <a:srgbClr val="3C3C3C"/>
              </a:solidFill>
              <a:highlight>
                <a:srgbClr val="FF0000"/>
              </a:highlight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ct val="150000"/>
              </a:lnSpc>
            </a:pPr>
            <a:endParaRPr lang="pt-BR" sz="1950" b="1" dirty="0">
              <a:solidFill>
                <a:srgbClr val="3C3C3C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87BAE36B-E88A-2815-2542-C51D4C138F7F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83D2B95C-A55D-8341-4DF2-7E4E92A9C37A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C43B1BEE-2CA4-1904-1E25-DADDB5E8C0B3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D9ECF0A-3F3E-FC90-53B3-1360CF25F52A}"/>
              </a:ext>
            </a:extLst>
          </p:cNvPr>
          <p:cNvSpPr txBox="1"/>
          <p:nvPr/>
        </p:nvSpPr>
        <p:spPr>
          <a:xfrm>
            <a:off x="5060622" y="1293094"/>
            <a:ext cx="3031818" cy="828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it-IT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93/2024</a:t>
            </a: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A79BA699-C8E2-4A3B-CF78-D0A0DB9305D1}"/>
              </a:ext>
            </a:extLst>
          </p:cNvPr>
          <p:cNvGrpSpPr/>
          <p:nvPr/>
        </p:nvGrpSpPr>
        <p:grpSpPr>
          <a:xfrm>
            <a:off x="2346770" y="144177"/>
            <a:ext cx="9633195" cy="907257"/>
            <a:chOff x="0" y="0"/>
            <a:chExt cx="4908550" cy="1209676"/>
          </a:xfrm>
        </p:grpSpPr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0D071BE8-F313-FF94-8068-B55E67E073D0}"/>
                </a:ext>
              </a:extLst>
            </p:cNvPr>
            <p:cNvSpPr/>
            <p:nvPr/>
          </p:nvSpPr>
          <p:spPr>
            <a:xfrm>
              <a:off x="0" y="0"/>
              <a:ext cx="4908550" cy="1209675"/>
            </a:xfrm>
            <a:custGeom>
              <a:avLst/>
              <a:gdLst/>
              <a:ahLst/>
              <a:cxnLst/>
              <a:rect l="l" t="t" r="r" b="b"/>
              <a:pathLst>
                <a:path w="4908550" h="1209675">
                  <a:moveTo>
                    <a:pt x="4305681" y="1209675"/>
                  </a:moveTo>
                  <a:cubicBezTo>
                    <a:pt x="0" y="1209675"/>
                    <a:pt x="0" y="1209675"/>
                    <a:pt x="0" y="12096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305681" y="0"/>
                    <a:pt x="4305681" y="0"/>
                    <a:pt x="4305681" y="0"/>
                  </a:cubicBezTo>
                  <a:cubicBezTo>
                    <a:pt x="4638802" y="0"/>
                    <a:pt x="4908550" y="269875"/>
                    <a:pt x="4908550" y="603250"/>
                  </a:cubicBezTo>
                  <a:cubicBezTo>
                    <a:pt x="4908550" y="1209675"/>
                    <a:pt x="4908550" y="1209675"/>
                    <a:pt x="4908550" y="1209675"/>
                  </a:cubicBezTo>
                  <a:lnTo>
                    <a:pt x="4305681" y="1209675"/>
                  </a:lnTo>
                  <a:close/>
                </a:path>
              </a:pathLst>
            </a:custGeom>
            <a:solidFill>
              <a:srgbClr val="0E9E3C"/>
            </a:solidFill>
          </p:spPr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58595E16-5BCB-500A-C6DD-ED75EFFF3AAD}"/>
              </a:ext>
            </a:extLst>
          </p:cNvPr>
          <p:cNvSpPr txBox="1"/>
          <p:nvPr/>
        </p:nvSpPr>
        <p:spPr>
          <a:xfrm>
            <a:off x="3235079" y="275171"/>
            <a:ext cx="9147425" cy="4887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en-US" sz="2200" b="1" dirty="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CONTRATOS EM ANDAMENTO – SUPERVISORA 2024</a:t>
            </a:r>
            <a:endParaRPr lang="en-US" sz="2200" b="1" dirty="0">
              <a:solidFill>
                <a:srgbClr val="FFFFFF"/>
              </a:solidFill>
              <a:latin typeface="Gotham"/>
              <a:sym typeface="Gotham"/>
            </a:endParaRPr>
          </a:p>
        </p:txBody>
      </p:sp>
      <p:grpSp>
        <p:nvGrpSpPr>
          <p:cNvPr id="20" name="Group 17">
            <a:extLst>
              <a:ext uri="{FF2B5EF4-FFF2-40B4-BE49-F238E27FC236}">
                <a16:creationId xmlns:a16="http://schemas.microsoft.com/office/drawing/2014/main" id="{AA1E64A6-B922-91D3-82D6-2586A61A2934}"/>
              </a:ext>
            </a:extLst>
          </p:cNvPr>
          <p:cNvGrpSpPr/>
          <p:nvPr/>
        </p:nvGrpSpPr>
        <p:grpSpPr>
          <a:xfrm>
            <a:off x="1944231" y="130543"/>
            <a:ext cx="904875" cy="907257"/>
            <a:chOff x="0" y="0"/>
            <a:chExt cx="1206500" cy="1209676"/>
          </a:xfrm>
        </p:grpSpPr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73FFA975-CFA7-AAAE-6438-AE6CEC7A7FB1}"/>
                </a:ext>
              </a:extLst>
            </p:cNvPr>
            <p:cNvSpPr/>
            <p:nvPr/>
          </p:nvSpPr>
          <p:spPr>
            <a:xfrm>
              <a:off x="0" y="0"/>
              <a:ext cx="1206500" cy="1209675"/>
            </a:xfrm>
            <a:custGeom>
              <a:avLst/>
              <a:gdLst/>
              <a:ahLst/>
              <a:cxnLst/>
              <a:rect l="l" t="t" r="r" b="b"/>
              <a:pathLst>
                <a:path w="1206500" h="1209675">
                  <a:moveTo>
                    <a:pt x="0" y="604901"/>
                  </a:moveTo>
                  <a:cubicBezTo>
                    <a:pt x="0" y="270764"/>
                    <a:pt x="270129" y="0"/>
                    <a:pt x="603250" y="0"/>
                  </a:cubicBezTo>
                  <a:cubicBezTo>
                    <a:pt x="936371" y="0"/>
                    <a:pt x="1206500" y="270764"/>
                    <a:pt x="1206500" y="604901"/>
                  </a:cubicBezTo>
                  <a:cubicBezTo>
                    <a:pt x="1206500" y="939038"/>
                    <a:pt x="936371" y="1209675"/>
                    <a:pt x="603250" y="1209675"/>
                  </a:cubicBezTo>
                  <a:cubicBezTo>
                    <a:pt x="270129" y="1209675"/>
                    <a:pt x="0" y="938911"/>
                    <a:pt x="0" y="604901"/>
                  </a:cubicBezTo>
                  <a:close/>
                </a:path>
              </a:pathLst>
            </a:custGeom>
            <a:solidFill>
              <a:srgbClr val="FFDB05"/>
            </a:solidFill>
          </p:spPr>
        </p:sp>
      </p:grpSp>
      <p:pic>
        <p:nvPicPr>
          <p:cNvPr id="24" name="Imagem 23">
            <a:extLst>
              <a:ext uri="{FF2B5EF4-FFF2-40B4-BE49-F238E27FC236}">
                <a16:creationId xmlns:a16="http://schemas.microsoft.com/office/drawing/2014/main" id="{EFD9B30A-B580-A4DC-E7E8-28C78E49EA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3D5689B0-6FD4-CE5A-858E-FB3D86822921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0E246CCB-E41C-2E23-C061-1EEBF77ECDE2}"/>
              </a:ext>
            </a:extLst>
          </p:cNvPr>
          <p:cNvSpPr txBox="1"/>
          <p:nvPr/>
        </p:nvSpPr>
        <p:spPr>
          <a:xfrm>
            <a:off x="-189350" y="8141378"/>
            <a:ext cx="23918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SUPERVISÃO</a:t>
            </a:r>
          </a:p>
          <a:p>
            <a:pPr algn="ctr"/>
            <a:r>
              <a:rPr lang="it-IT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CONSERVA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A0632A28-C974-B994-ACA2-A3A3108BB91D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B33E585-D4A2-2EB3-B6B9-9F0030A54A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05" r="7550"/>
          <a:stretch>
            <a:fillRect/>
          </a:stretch>
        </p:blipFill>
        <p:spPr>
          <a:xfrm>
            <a:off x="13406152" y="4897734"/>
            <a:ext cx="3564812" cy="398217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525E272-360E-4567-55E7-DE36A28523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64" r="23420"/>
          <a:stretch>
            <a:fillRect/>
          </a:stretch>
        </p:blipFill>
        <p:spPr>
          <a:xfrm>
            <a:off x="13535136" y="763959"/>
            <a:ext cx="3564807" cy="398217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3381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D272B-13DD-8FDE-FE19-27BEB7D46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1">
            <a:extLst>
              <a:ext uri="{FF2B5EF4-FFF2-40B4-BE49-F238E27FC236}">
                <a16:creationId xmlns:a16="http://schemas.microsoft.com/office/drawing/2014/main" id="{95B7E0C8-AC29-4218-66EA-39829BB47119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EFEEAFF9-0BC2-E73B-BE25-95FF8DFB76B7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63A184EE-825E-4210-3578-4AFDEA67C6BB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AB44B9D4-8FB6-C946-5849-522FDFFE010F}"/>
              </a:ext>
            </a:extLst>
          </p:cNvPr>
          <p:cNvSpPr txBox="1"/>
          <p:nvPr/>
        </p:nvSpPr>
        <p:spPr>
          <a:xfrm>
            <a:off x="5094594" y="1321922"/>
            <a:ext cx="4049406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it-IT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92/2024</a:t>
            </a: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5D3F9CFA-226B-D8AF-6D33-743A2FB6816F}"/>
              </a:ext>
            </a:extLst>
          </p:cNvPr>
          <p:cNvSpPr txBox="1"/>
          <p:nvPr/>
        </p:nvSpPr>
        <p:spPr>
          <a:xfrm>
            <a:off x="2688409" y="2900238"/>
            <a:ext cx="8003890" cy="45172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Execução de serviços técnicos especializados de supervisão regional em apoio à fiscalização na execução das ações de manutenção e recuperação da malha rodoviária sob a jurisdição da Agência Goiana de Infraestrutura e Transportes. </a:t>
            </a:r>
            <a:endParaRPr lang="pt-BR" b="1" dirty="0">
              <a:solidFill>
                <a:srgbClr val="3C3C3C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LOTE: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02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EXTENSÕES: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Pavimentadas: 2.252,85 km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Não Pavimentadas: 2.005,04 km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R$ 31.565.362,12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56,7%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142025E-A9FE-6D25-6F63-32F31ABF0C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A80C24B6-0028-6F40-2297-80B3EB655D0F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8DB17B8-F945-923E-6BF6-48E68EA266F7}"/>
              </a:ext>
            </a:extLst>
          </p:cNvPr>
          <p:cNvSpPr txBox="1"/>
          <p:nvPr/>
        </p:nvSpPr>
        <p:spPr>
          <a:xfrm>
            <a:off x="-189350" y="8141378"/>
            <a:ext cx="23918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SUPERVISÃO</a:t>
            </a:r>
          </a:p>
          <a:p>
            <a:pPr algn="ctr"/>
            <a:r>
              <a:rPr lang="it-IT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CONSERVA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09A95C7-66C6-1D66-6E62-16D1218DC7BF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4C71CC3-D895-FB88-507A-F6505B7C42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16" r="537"/>
          <a:stretch>
            <a:fillRect/>
          </a:stretch>
        </p:blipFill>
        <p:spPr>
          <a:xfrm>
            <a:off x="13406152" y="4897734"/>
            <a:ext cx="3564812" cy="398217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C4045FE-C0BB-6C62-C23E-978B63B11B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67" r="15967"/>
          <a:stretch/>
        </p:blipFill>
        <p:spPr>
          <a:xfrm>
            <a:off x="13535136" y="763959"/>
            <a:ext cx="3564807" cy="398217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35002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762C3-642E-A796-3BDC-206707FB8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1">
            <a:extLst>
              <a:ext uri="{FF2B5EF4-FFF2-40B4-BE49-F238E27FC236}">
                <a16:creationId xmlns:a16="http://schemas.microsoft.com/office/drawing/2014/main" id="{ECF40248-29EC-983D-4B88-125A56A90866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57374E13-8E86-07C3-CA9B-5EF8F0D250D5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19BD43E3-F586-D692-FCF2-F5270B89209B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C5314603-7464-2D32-BF81-899814815A3B}"/>
              </a:ext>
            </a:extLst>
          </p:cNvPr>
          <p:cNvSpPr txBox="1"/>
          <p:nvPr/>
        </p:nvSpPr>
        <p:spPr>
          <a:xfrm>
            <a:off x="5094594" y="1321922"/>
            <a:ext cx="4049406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it-IT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90/2024</a:t>
            </a: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84DFAE21-0C5D-5124-099B-A5A8578719A2}"/>
              </a:ext>
            </a:extLst>
          </p:cNvPr>
          <p:cNvSpPr txBox="1"/>
          <p:nvPr/>
        </p:nvSpPr>
        <p:spPr>
          <a:xfrm>
            <a:off x="2688409" y="2900238"/>
            <a:ext cx="8003890" cy="45172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Execução de serviços técnicos especializados de supervisão regional em apoio à fiscalização na execução das ações de manutenção e recuperação da malha rodoviária sob a jurisdição da Agência Goiana de Infraestrutura e Transportes. </a:t>
            </a:r>
            <a:endParaRPr lang="pt-BR" b="1" dirty="0">
              <a:solidFill>
                <a:srgbClr val="3C3C3C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LOTE: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03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EXTENSÕES: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Pavimentadas: 2.726,04 km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Não Pavimentadas: 1.500,8 km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R$ 39.296.979,02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</a:t>
            </a: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53,1%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6E111DB-C421-C869-2856-430A397A45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EA746CDE-5047-F750-B422-784C78E2CD7B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2315B44-EB53-701A-DB7A-694FE6F9357D}"/>
              </a:ext>
            </a:extLst>
          </p:cNvPr>
          <p:cNvSpPr txBox="1"/>
          <p:nvPr/>
        </p:nvSpPr>
        <p:spPr>
          <a:xfrm>
            <a:off x="-189350" y="8141378"/>
            <a:ext cx="23918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SUPERVISÃO</a:t>
            </a:r>
          </a:p>
          <a:p>
            <a:pPr algn="ctr"/>
            <a:r>
              <a:rPr lang="it-IT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CONSERVA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23AF723-669F-F923-F13E-BA684E2C678B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545C304-73EC-9076-3E0B-536152298F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73" r="45208"/>
          <a:stretch>
            <a:fillRect/>
          </a:stretch>
        </p:blipFill>
        <p:spPr>
          <a:xfrm>
            <a:off x="13406152" y="4897734"/>
            <a:ext cx="3564812" cy="398217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856775C-E71C-7CCE-5E1A-FA147C55C8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25" r="37974"/>
          <a:stretch>
            <a:fillRect/>
          </a:stretch>
        </p:blipFill>
        <p:spPr>
          <a:xfrm>
            <a:off x="13535136" y="763959"/>
            <a:ext cx="3564807" cy="398217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06740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CE448-C99B-2FBC-C333-B5BE9DF3A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1">
            <a:extLst>
              <a:ext uri="{FF2B5EF4-FFF2-40B4-BE49-F238E27FC236}">
                <a16:creationId xmlns:a16="http://schemas.microsoft.com/office/drawing/2014/main" id="{E6CF0318-9E34-ABB8-22A4-791E09495CC2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57377B60-A14E-276D-C21A-ECD16236BF95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32134367-A052-505A-BA9A-92FAB59D66D2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80A8AF8C-8819-1888-1948-57BAFAAF0E1F}"/>
              </a:ext>
            </a:extLst>
          </p:cNvPr>
          <p:cNvSpPr txBox="1"/>
          <p:nvPr/>
        </p:nvSpPr>
        <p:spPr>
          <a:xfrm>
            <a:off x="5094594" y="1321922"/>
            <a:ext cx="4049406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it-IT" sz="2000" b="1" dirty="0">
                <a:solidFill>
                  <a:srgbClr val="FFFFFF"/>
                </a:solidFill>
                <a:latin typeface="Gotham Bold"/>
                <a:sym typeface="Gotham Bold"/>
              </a:rPr>
              <a:t>CONTRATO</a:t>
            </a:r>
            <a:r>
              <a:rPr lang="it-IT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 91/2024</a:t>
            </a: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2A5BB725-2EBD-1923-CA15-E05B2872FC23}"/>
              </a:ext>
            </a:extLst>
          </p:cNvPr>
          <p:cNvSpPr txBox="1"/>
          <p:nvPr/>
        </p:nvSpPr>
        <p:spPr>
          <a:xfrm>
            <a:off x="2688409" y="2900238"/>
            <a:ext cx="8003890" cy="45172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Execução de serviços técnicos especializados de supervisão regional em apoio à fiscalização na execução das ações de manutenção e recuperação da malha rodoviária sob a jurisdição da Agência Goiana de Infraestrutura e Transportes. </a:t>
            </a:r>
            <a:endParaRPr lang="pt-BR" b="1" dirty="0">
              <a:solidFill>
                <a:srgbClr val="3C3C3C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LOTE: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04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EXTENSÕES: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Pavimentadas: 2.656,18 km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Não Pavimentadas: 1.960,13 km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R$ 35.704.345,02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</a:t>
            </a: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70,2%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FE73F8D-7AB5-0F99-0345-1D2A2A934D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85D8AAA8-1A5A-9AA0-DCB6-7E087DC005C6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C0DAEAB-E9C4-5C3B-D1F3-8212F33466C3}"/>
              </a:ext>
            </a:extLst>
          </p:cNvPr>
          <p:cNvSpPr txBox="1"/>
          <p:nvPr/>
        </p:nvSpPr>
        <p:spPr>
          <a:xfrm>
            <a:off x="-189350" y="8141378"/>
            <a:ext cx="23918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SUPERVISÃO</a:t>
            </a:r>
          </a:p>
          <a:p>
            <a:pPr algn="ctr"/>
            <a:r>
              <a:rPr lang="it-IT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CONSERVA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E2DF3B6-93DE-2C62-4A55-E4378DB3369A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1380405-1147-BED9-2CC9-52AD833A68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94" r="24986"/>
          <a:stretch>
            <a:fillRect/>
          </a:stretch>
        </p:blipFill>
        <p:spPr>
          <a:xfrm>
            <a:off x="13406152" y="4897734"/>
            <a:ext cx="3564812" cy="398217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8A1ACA8-9074-2C94-929B-5A3537B10C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45" r="28095"/>
          <a:stretch>
            <a:fillRect/>
          </a:stretch>
        </p:blipFill>
        <p:spPr>
          <a:xfrm>
            <a:off x="13535136" y="763959"/>
            <a:ext cx="3564807" cy="398217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97811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FC217-7C59-D9DF-21F5-7278727EC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1">
            <a:extLst>
              <a:ext uri="{FF2B5EF4-FFF2-40B4-BE49-F238E27FC236}">
                <a16:creationId xmlns:a16="http://schemas.microsoft.com/office/drawing/2014/main" id="{6F2AFCEC-C47D-F137-76E4-06184C5F82E3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CA9B9504-D3CE-1F74-B394-4EE5100C2373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071042D5-5F8B-E393-A4B4-72CC02E37EC3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94F427C5-3425-6856-3AD3-544AFAF73E6A}"/>
              </a:ext>
            </a:extLst>
          </p:cNvPr>
          <p:cNvSpPr txBox="1"/>
          <p:nvPr/>
        </p:nvSpPr>
        <p:spPr>
          <a:xfrm>
            <a:off x="5094594" y="1321922"/>
            <a:ext cx="4049406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it-IT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89/2024</a:t>
            </a: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E21EEF63-EBDE-AE57-16B7-98C36E1E9CCB}"/>
              </a:ext>
            </a:extLst>
          </p:cNvPr>
          <p:cNvSpPr txBox="1"/>
          <p:nvPr/>
        </p:nvSpPr>
        <p:spPr>
          <a:xfrm>
            <a:off x="2688409" y="2900238"/>
            <a:ext cx="8003890" cy="54051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Execução de serviços técnicos especializados de supervisão regional em apoio à fiscalização na execução das ações de manutenção e recuperação da malha rodoviária sob a jurisdição da Agência Goiana de Infraestrutura e Transportes. </a:t>
            </a:r>
            <a:endParaRPr lang="pt-BR" b="1" dirty="0">
              <a:solidFill>
                <a:srgbClr val="3C3C3C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LOTE: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05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EXTENSÕES: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Pavimentadas: 2.783,67 km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Não Pavimentadas: 1.124,00 km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R$ 33.510.370,33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</a:t>
            </a: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Andamento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58,4%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950" b="1" dirty="0">
              <a:solidFill>
                <a:srgbClr val="3C3C3C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950" b="1" dirty="0">
              <a:solidFill>
                <a:srgbClr val="3C3C3C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27F66292-B463-BEE6-1547-D1A2BA1AD3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9CC5A1E2-37D2-96FE-E653-FE416406DD91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FCBDF48-F0BE-B07A-C452-4F83B2810176}"/>
              </a:ext>
            </a:extLst>
          </p:cNvPr>
          <p:cNvSpPr txBox="1"/>
          <p:nvPr/>
        </p:nvSpPr>
        <p:spPr>
          <a:xfrm>
            <a:off x="-189350" y="8141378"/>
            <a:ext cx="23918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SUPERVISÃO</a:t>
            </a:r>
          </a:p>
          <a:p>
            <a:pPr algn="ctr"/>
            <a:r>
              <a:rPr lang="it-IT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CONSERVA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26587DB-C789-A3CB-B865-4E5D5F6BF461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868F05A-0A3D-99F6-4D3E-45944669E4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93" r="27493"/>
          <a:stretch/>
        </p:blipFill>
        <p:spPr>
          <a:xfrm>
            <a:off x="13406152" y="4897734"/>
            <a:ext cx="3564812" cy="398217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E16B0CC-22F7-7090-5BD8-1B491FFA56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89" r="21904"/>
          <a:stretch>
            <a:fillRect/>
          </a:stretch>
        </p:blipFill>
        <p:spPr>
          <a:xfrm>
            <a:off x="13535136" y="763959"/>
            <a:ext cx="3564807" cy="398217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9275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43C3A-D728-A7FC-ACAC-EB70DF586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E702A225-8003-7E6F-D65D-FCB7D7F5CD56}"/>
              </a:ext>
            </a:extLst>
          </p:cNvPr>
          <p:cNvSpPr txBox="1"/>
          <p:nvPr/>
        </p:nvSpPr>
        <p:spPr>
          <a:xfrm>
            <a:off x="2688415" y="2868142"/>
            <a:ext cx="8003890" cy="243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LOTES: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1, 2, 3, 4, 5, 6, 7, 8, 9, 10, 11, 12, 13, 14, 15, 16, 17, 18, 19, 20.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EXTENSÕES: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Pavimentadas: 9.248,60 km</a:t>
            </a:r>
            <a:endParaRPr lang="pt-BR" b="1" dirty="0">
              <a:solidFill>
                <a:srgbClr val="3C3C3C"/>
              </a:solidFill>
              <a:latin typeface="Gotham"/>
              <a:ea typeface="Gotham"/>
              <a:cs typeface="Gotham"/>
              <a:sym typeface="Gotham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Não Pavimentadas: 11.830,13 km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DOS CONTRATOS: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111.471.284,51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Concluídos</a:t>
            </a:r>
            <a:endParaRPr lang="pt-BR" dirty="0">
              <a:solidFill>
                <a:srgbClr val="3C3C3C"/>
              </a:solidFill>
              <a:latin typeface="Gotham"/>
              <a:sym typeface="Gotham"/>
            </a:endParaRP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30958492-46D4-0947-FE2C-D43665D5D15A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026AC1F1-1A36-31DF-6017-A0B164764A53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167A363B-864B-14F5-2A46-A377FB14C2AA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9EB1C996-06B6-7DE3-6315-6F816C226792}"/>
              </a:ext>
            </a:extLst>
          </p:cNvPr>
          <p:cNvSpPr txBox="1"/>
          <p:nvPr/>
        </p:nvSpPr>
        <p:spPr>
          <a:xfrm>
            <a:off x="4313862" y="1288104"/>
            <a:ext cx="6247458" cy="835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SUPERVISÃO DA MANUTENÇÃO 2021</a:t>
            </a: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4EC232C0-93DB-D26F-4263-0249E3F8375D}"/>
              </a:ext>
            </a:extLst>
          </p:cNvPr>
          <p:cNvGrpSpPr/>
          <p:nvPr/>
        </p:nvGrpSpPr>
        <p:grpSpPr>
          <a:xfrm>
            <a:off x="2346770" y="144177"/>
            <a:ext cx="9633195" cy="907257"/>
            <a:chOff x="0" y="0"/>
            <a:chExt cx="4908550" cy="1209676"/>
          </a:xfrm>
        </p:grpSpPr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E58A546C-10BC-18D3-0BDB-8281CED9AFD6}"/>
                </a:ext>
              </a:extLst>
            </p:cNvPr>
            <p:cNvSpPr/>
            <p:nvPr/>
          </p:nvSpPr>
          <p:spPr>
            <a:xfrm>
              <a:off x="0" y="0"/>
              <a:ext cx="4908550" cy="1209675"/>
            </a:xfrm>
            <a:custGeom>
              <a:avLst/>
              <a:gdLst/>
              <a:ahLst/>
              <a:cxnLst/>
              <a:rect l="l" t="t" r="r" b="b"/>
              <a:pathLst>
                <a:path w="4908550" h="1209675">
                  <a:moveTo>
                    <a:pt x="4305681" y="1209675"/>
                  </a:moveTo>
                  <a:cubicBezTo>
                    <a:pt x="0" y="1209675"/>
                    <a:pt x="0" y="1209675"/>
                    <a:pt x="0" y="12096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305681" y="0"/>
                    <a:pt x="4305681" y="0"/>
                    <a:pt x="4305681" y="0"/>
                  </a:cubicBezTo>
                  <a:cubicBezTo>
                    <a:pt x="4638802" y="0"/>
                    <a:pt x="4908550" y="269875"/>
                    <a:pt x="4908550" y="603250"/>
                  </a:cubicBezTo>
                  <a:cubicBezTo>
                    <a:pt x="4908550" y="1209675"/>
                    <a:pt x="4908550" y="1209675"/>
                    <a:pt x="4908550" y="1209675"/>
                  </a:cubicBezTo>
                  <a:lnTo>
                    <a:pt x="4305681" y="1209675"/>
                  </a:lnTo>
                  <a:close/>
                </a:path>
              </a:pathLst>
            </a:custGeom>
            <a:solidFill>
              <a:srgbClr val="0E9E3C"/>
            </a:solidFill>
          </p:spPr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D84DE220-AAE9-BB58-730F-55EF84B5783B}"/>
              </a:ext>
            </a:extLst>
          </p:cNvPr>
          <p:cNvSpPr txBox="1"/>
          <p:nvPr/>
        </p:nvSpPr>
        <p:spPr>
          <a:xfrm>
            <a:off x="3235079" y="275171"/>
            <a:ext cx="9147425" cy="4887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en-US" sz="2200" b="1" dirty="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CONTRATOS </a:t>
            </a:r>
            <a:r>
              <a:rPr lang="en-US" sz="2200" b="1" dirty="0">
                <a:solidFill>
                  <a:srgbClr val="FFFFFF"/>
                </a:solidFill>
                <a:latin typeface="Gotham"/>
                <a:sym typeface="Gotham"/>
              </a:rPr>
              <a:t>CONCLUÍDOS</a:t>
            </a:r>
            <a:r>
              <a:rPr lang="en-US" sz="2200" b="1" dirty="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 – SUPERVISORA 2021</a:t>
            </a:r>
            <a:endParaRPr lang="en-US" sz="2200" b="1" dirty="0">
              <a:solidFill>
                <a:srgbClr val="FFFFFF"/>
              </a:solidFill>
              <a:latin typeface="Gotham"/>
              <a:sym typeface="Gotham"/>
            </a:endParaRPr>
          </a:p>
        </p:txBody>
      </p:sp>
      <p:grpSp>
        <p:nvGrpSpPr>
          <p:cNvPr id="20" name="Group 17">
            <a:extLst>
              <a:ext uri="{FF2B5EF4-FFF2-40B4-BE49-F238E27FC236}">
                <a16:creationId xmlns:a16="http://schemas.microsoft.com/office/drawing/2014/main" id="{E1677743-53B9-F199-C134-B437B3AA6E27}"/>
              </a:ext>
            </a:extLst>
          </p:cNvPr>
          <p:cNvGrpSpPr/>
          <p:nvPr/>
        </p:nvGrpSpPr>
        <p:grpSpPr>
          <a:xfrm>
            <a:off x="1944231" y="130543"/>
            <a:ext cx="904875" cy="907257"/>
            <a:chOff x="0" y="0"/>
            <a:chExt cx="1206500" cy="1209676"/>
          </a:xfrm>
        </p:grpSpPr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1A8F17F0-93EC-F15E-5AE8-C29B82D33682}"/>
                </a:ext>
              </a:extLst>
            </p:cNvPr>
            <p:cNvSpPr/>
            <p:nvPr/>
          </p:nvSpPr>
          <p:spPr>
            <a:xfrm>
              <a:off x="0" y="0"/>
              <a:ext cx="1206500" cy="1209675"/>
            </a:xfrm>
            <a:custGeom>
              <a:avLst/>
              <a:gdLst/>
              <a:ahLst/>
              <a:cxnLst/>
              <a:rect l="l" t="t" r="r" b="b"/>
              <a:pathLst>
                <a:path w="1206500" h="1209675">
                  <a:moveTo>
                    <a:pt x="0" y="604901"/>
                  </a:moveTo>
                  <a:cubicBezTo>
                    <a:pt x="0" y="270764"/>
                    <a:pt x="270129" y="0"/>
                    <a:pt x="603250" y="0"/>
                  </a:cubicBezTo>
                  <a:cubicBezTo>
                    <a:pt x="936371" y="0"/>
                    <a:pt x="1206500" y="270764"/>
                    <a:pt x="1206500" y="604901"/>
                  </a:cubicBezTo>
                  <a:cubicBezTo>
                    <a:pt x="1206500" y="939038"/>
                    <a:pt x="936371" y="1209675"/>
                    <a:pt x="603250" y="1209675"/>
                  </a:cubicBezTo>
                  <a:cubicBezTo>
                    <a:pt x="270129" y="1209675"/>
                    <a:pt x="0" y="938911"/>
                    <a:pt x="0" y="604901"/>
                  </a:cubicBezTo>
                  <a:close/>
                </a:path>
              </a:pathLst>
            </a:custGeom>
            <a:solidFill>
              <a:srgbClr val="FFDB05"/>
            </a:solidFill>
          </p:spPr>
        </p: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F53EAA88-A36E-C7A7-62A2-138568C01B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5FDDECF1-E080-F9D2-8D83-55BEA67F50C7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7B4EFACC-CAE8-BB4D-A9FA-050603AD6BB0}"/>
              </a:ext>
            </a:extLst>
          </p:cNvPr>
          <p:cNvSpPr txBox="1"/>
          <p:nvPr/>
        </p:nvSpPr>
        <p:spPr>
          <a:xfrm>
            <a:off x="-189350" y="8141378"/>
            <a:ext cx="23918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SUPERVISÃO</a:t>
            </a:r>
          </a:p>
          <a:p>
            <a:pPr algn="ctr"/>
            <a:r>
              <a:rPr lang="it-IT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CONSERVA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501D74F2-87E1-1B61-73AD-4E740CB26650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DE27586-6B77-0130-9BB4-F00DCB4A98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47" r="33721"/>
          <a:stretch>
            <a:fillRect/>
          </a:stretch>
        </p:blipFill>
        <p:spPr>
          <a:xfrm>
            <a:off x="13406152" y="4897734"/>
            <a:ext cx="3564812" cy="398217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203C16A-7534-8ED5-482A-C0F9208D5F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58" r="18658"/>
          <a:stretch/>
        </p:blipFill>
        <p:spPr>
          <a:xfrm>
            <a:off x="13535136" y="763959"/>
            <a:ext cx="3564807" cy="398217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64079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FD77DFEAF9D094E9A75E4137E454D23" ma:contentTypeVersion="18" ma:contentTypeDescription="Crie um novo documento." ma:contentTypeScope="" ma:versionID="40a8e43dca7963e48a2fdfb70321ef92">
  <xsd:schema xmlns:xsd="http://www.w3.org/2001/XMLSchema" xmlns:xs="http://www.w3.org/2001/XMLSchema" xmlns:p="http://schemas.microsoft.com/office/2006/metadata/properties" xmlns:ns2="4e8751e5-3848-4b34-b242-30c4c2c4c979" xmlns:ns3="601e7d48-2183-4f89-9c5e-88ac28e28b7b" targetNamespace="http://schemas.microsoft.com/office/2006/metadata/properties" ma:root="true" ma:fieldsID="6d1c990e1239846d83663518dc2c1d47" ns2:_="" ns3:_="">
    <xsd:import namespace="4e8751e5-3848-4b34-b242-30c4c2c4c979"/>
    <xsd:import namespace="601e7d48-2183-4f89-9c5e-88ac28e28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Observa_x00e7__x00e3_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8751e5-3848-4b34-b242-30c4c2c4c9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Marcações de imagem" ma:readOnly="false" ma:fieldId="{5cf76f15-5ced-4ddc-b409-7134ff3c332f}" ma:taxonomyMulti="true" ma:sspId="f7517e60-a805-48cd-bbb9-1677eda333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Observa_x00e7__x00e3_o" ma:index="22" nillable="true" ma:displayName="Observação " ma:internalName="Observa_x00e7__x00e3_o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1e7d48-2183-4f89-9c5e-88ac28e28b7b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e8751e5-3848-4b34-b242-30c4c2c4c979">
      <Terms xmlns="http://schemas.microsoft.com/office/infopath/2007/PartnerControls"/>
    </lcf76f155ced4ddcb4097134ff3c332f>
    <Observa_x00e7__x00e3_o xmlns="4e8751e5-3848-4b34-b242-30c4c2c4c97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A9E4198-EA76-41D1-BA93-5C0E022BEA68}">
  <ds:schemaRefs>
    <ds:schemaRef ds:uri="4e8751e5-3848-4b34-b242-30c4c2c4c979"/>
    <ds:schemaRef ds:uri="601e7d48-2183-4f89-9c5e-88ac28e28b7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619BDC2-EB4D-4233-A3E2-6B24AF9BD0D0}">
  <ds:schemaRefs>
    <ds:schemaRef ds:uri="http://schemas.microsoft.com/office/infopath/2007/PartnerControls"/>
    <ds:schemaRef ds:uri="http://schemas.microsoft.com/office/2006/documentManagement/types"/>
    <ds:schemaRef ds:uri="601e7d48-2183-4f89-9c5e-88ac28e28b7b"/>
    <ds:schemaRef ds:uri="http://purl.org/dc/dcmitype/"/>
    <ds:schemaRef ds:uri="http://www.w3.org/XML/1998/namespace"/>
    <ds:schemaRef ds:uri="http://purl.org/dc/terms/"/>
    <ds:schemaRef ds:uri="http://purl.org/dc/elements/1.1/"/>
    <ds:schemaRef ds:uri="4e8751e5-3848-4b34-b242-30c4c2c4c979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11A2A412-8849-494A-AD62-849C3350744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22092</TotalTime>
  <Words>488</Words>
  <Application>Microsoft Office PowerPoint</Application>
  <PresentationFormat>Personalizar</PresentationFormat>
  <Paragraphs>99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Calibri</vt:lpstr>
      <vt:lpstr>Gotham Light</vt:lpstr>
      <vt:lpstr>Gotham</vt:lpstr>
      <vt:lpstr>Arial</vt:lpstr>
      <vt:lpstr>Gotham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Cópia de Cópia de Apresentação - Governo Goiás</dc:title>
  <dc:creator>Maykell Mendes Guimaraes</dc:creator>
  <cp:lastModifiedBy>Lucas Nogueira Lopes</cp:lastModifiedBy>
  <cp:revision>87</cp:revision>
  <dcterms:created xsi:type="dcterms:W3CDTF">2006-08-16T00:00:00Z</dcterms:created>
  <dcterms:modified xsi:type="dcterms:W3CDTF">2026-07-22T12:06:25Z</dcterms:modified>
  <dc:identifier>DAGdyuBx1aE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0x010100AFD77DFEAF9D094E9A75E4137E454D23</vt:lpwstr>
  </property>
  <property fmtid="{D5CDD505-2E9C-101B-9397-08002B2CF9AE}" pid="3" name="MediaServiceImageTags">
    <vt:lpwstr/>
  </property>
  <property fmtid="{D5CDD505-2E9C-101B-9397-08002B2CF9AE}" pid="4" name="JullianaGentil">
    <vt:lpwstr/>
  </property>
</Properties>
</file>