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581" r:id="rId5"/>
    <p:sldId id="595" r:id="rId6"/>
    <p:sldId id="544" r:id="rId7"/>
    <p:sldId id="597" r:id="rId8"/>
    <p:sldId id="586" r:id="rId9"/>
  </p:sldIdLst>
  <p:sldSz cx="18288000" cy="10287000"/>
  <p:notesSz cx="6858000" cy="9144000"/>
  <p:embeddedFontLst>
    <p:embeddedFont>
      <p:font typeface="Gotham" panose="020B060402020202020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69" d="100"/>
          <a:sy n="69" d="100"/>
        </p:scale>
        <p:origin x="100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Lucas da Silva" userId="S::fernando.lsilva@fornecedores.goias.gov.br::4aa7c1a5-eb38-4102-a74c-b2db1fc1a0bf" providerId="AD" clId="Web-{C6DB4819-B1E6-23B5-BD19-B704558A306A}"/>
    <pc:docChg chg="modSld">
      <pc:chgData name="Fernando Lucas da Silva" userId="S::fernando.lsilva@fornecedores.goias.gov.br::4aa7c1a5-eb38-4102-a74c-b2db1fc1a0bf" providerId="AD" clId="Web-{C6DB4819-B1E6-23B5-BD19-B704558A306A}" dt="2026-07-13T18:35:18.399" v="61" actId="20577"/>
      <pc:docMkLst>
        <pc:docMk/>
      </pc:docMkLst>
      <pc:sldChg chg="modSp">
        <pc:chgData name="Fernando Lucas da Silva" userId="S::fernando.lsilva@fornecedores.goias.gov.br::4aa7c1a5-eb38-4102-a74c-b2db1fc1a0bf" providerId="AD" clId="Web-{C6DB4819-B1E6-23B5-BD19-B704558A306A}" dt="2026-07-13T18:35:18.399" v="61" actId="20577"/>
        <pc:sldMkLst>
          <pc:docMk/>
          <pc:sldMk cId="1874356796" sldId="581"/>
        </pc:sldMkLst>
        <pc:spChg chg="mod">
          <ac:chgData name="Fernando Lucas da Silva" userId="S::fernando.lsilva@fornecedores.goias.gov.br::4aa7c1a5-eb38-4102-a74c-b2db1fc1a0bf" providerId="AD" clId="Web-{C6DB4819-B1E6-23B5-BD19-B704558A306A}" dt="2026-07-13T18:33:08.446" v="59" actId="20577"/>
          <ac:spMkLst>
            <pc:docMk/>
            <pc:sldMk cId="1874356796" sldId="581"/>
            <ac:spMk id="18" creationId="{7E3540E1-F133-FD90-3179-354DBDEB0C8C}"/>
          </ac:spMkLst>
        </pc:spChg>
        <pc:spChg chg="mod">
          <ac:chgData name="Fernando Lucas da Silva" userId="S::fernando.lsilva@fornecedores.goias.gov.br::4aa7c1a5-eb38-4102-a74c-b2db1fc1a0bf" providerId="AD" clId="Web-{C6DB4819-B1E6-23B5-BD19-B704558A306A}" dt="2026-07-13T18:27:08.791" v="12" actId="20577"/>
          <ac:spMkLst>
            <pc:docMk/>
            <pc:sldMk cId="1874356796" sldId="581"/>
            <ac:spMk id="22" creationId="{4030C770-BBC4-7D4A-FCE8-2B11447826B4}"/>
          </ac:spMkLst>
        </pc:spChg>
        <pc:spChg chg="mod">
          <ac:chgData name="Fernando Lucas da Silva" userId="S::fernando.lsilva@fornecedores.goias.gov.br::4aa7c1a5-eb38-4102-a74c-b2db1fc1a0bf" providerId="AD" clId="Web-{C6DB4819-B1E6-23B5-BD19-B704558A306A}" dt="2026-07-13T18:35:18.399" v="61" actId="20577"/>
          <ac:spMkLst>
            <pc:docMk/>
            <pc:sldMk cId="1874356796" sldId="581"/>
            <ac:spMk id="26" creationId="{D38D66A7-5D42-327B-C761-CB92908B3203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modSld">
      <pc:chgData name="Lucas Nogueira Lopes" userId="b4794c58-b96d-4e49-8f1f-2dabfe8a9e6e" providerId="ADAL" clId="{816383E1-CDCA-4CC2-B79A-A3F515FC65D6}" dt="2026-07-21T18:32:35.604" v="32" actId="1038"/>
      <pc:docMkLst>
        <pc:docMk/>
      </pc:docMkLst>
      <pc:sldChg chg="modSp mod">
        <pc:chgData name="Lucas Nogueira Lopes" userId="b4794c58-b96d-4e49-8f1f-2dabfe8a9e6e" providerId="ADAL" clId="{816383E1-CDCA-4CC2-B79A-A3F515FC65D6}" dt="2026-07-21T18:32:35.604" v="32" actId="1038"/>
        <pc:sldMkLst>
          <pc:docMk/>
          <pc:sldMk cId="1874356796" sldId="581"/>
        </pc:sldMkLst>
        <pc:picChg chg="mod">
          <ac:chgData name="Lucas Nogueira Lopes" userId="b4794c58-b96d-4e49-8f1f-2dabfe8a9e6e" providerId="ADAL" clId="{816383E1-CDCA-4CC2-B79A-A3F515FC65D6}" dt="2026-07-21T18:32:35.604" v="32" actId="1038"/>
          <ac:picMkLst>
            <pc:docMk/>
            <pc:sldMk cId="1874356796" sldId="581"/>
            <ac:picMk id="12" creationId="{7FCA2A15-EBD3-C507-8F34-3451FA9429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F6D0-4235-1ECE-15E2-E70A1A64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BF6B1F-6A5F-1392-C344-5C2FB7B36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EF25A-9C7A-BA0D-A037-3E59EDDD75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E029A44-922C-8EE7-AE0C-F8B06AA5B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B9B48F-3023-3EEB-1405-74510758D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5795-BC22-1C3D-E277-478AAB8A12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B19B2-EEE8-F885-FEE1-1B238097C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3018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101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B7D9-F683-B2DA-447A-C4969DD1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FCA2A15-EBD3-C507-8F34-3451FA942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93154" y="-85331"/>
            <a:ext cx="15430502" cy="10372331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A0AA9DC1-ABE6-A6D0-6F72-B330C7894CB9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862DB35-3767-86F4-B839-8113A2B88232}"/>
              </a:ext>
            </a:extLst>
          </p:cNvPr>
          <p:cNvGrpSpPr/>
          <p:nvPr/>
        </p:nvGrpSpPr>
        <p:grpSpPr>
          <a:xfrm>
            <a:off x="5161504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C1AE3B-12F0-AF11-F593-47C520F61EF0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6C9A02E-2541-AB0D-457F-7985C7C2D83E}"/>
              </a:ext>
            </a:extLst>
          </p:cNvPr>
          <p:cNvSpPr txBox="1"/>
          <p:nvPr/>
        </p:nvSpPr>
        <p:spPr>
          <a:xfrm>
            <a:off x="5788957" y="3783988"/>
            <a:ext cx="970807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MICRORREVESTIMENTO E SUPERVISÃO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A8CCC5-0483-0BE5-1DF3-9039E98E6C78}"/>
              </a:ext>
            </a:extLst>
          </p:cNvPr>
          <p:cNvSpPr txBox="1"/>
          <p:nvPr/>
        </p:nvSpPr>
        <p:spPr>
          <a:xfrm>
            <a:off x="6113943" y="-356989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12.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85E13E5C-4CDB-F5F6-0405-167A3E704C95}"/>
              </a:ext>
            </a:extLst>
          </p:cNvPr>
          <p:cNvGrpSpPr/>
          <p:nvPr/>
        </p:nvGrpSpPr>
        <p:grpSpPr>
          <a:xfrm>
            <a:off x="7291602" y="5786037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0149E04-F90F-37AB-D83B-AE6979170F6D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F3C981E0-F39C-372B-005F-53C0B934472A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7E3540E1-F133-FD90-3179-354DBDEB0C8C}"/>
              </a:ext>
            </a:extLst>
          </p:cNvPr>
          <p:cNvSpPr txBox="1"/>
          <p:nvPr/>
        </p:nvSpPr>
        <p:spPr>
          <a:xfrm>
            <a:off x="7462601" y="7031842"/>
            <a:ext cx="2470678" cy="537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930,70 Km CONTRATADOS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9F0BC1F8-8219-AD5E-D9E7-137ABF42BABF}"/>
              </a:ext>
            </a:extLst>
          </p:cNvPr>
          <p:cNvGrpSpPr/>
          <p:nvPr/>
        </p:nvGrpSpPr>
        <p:grpSpPr>
          <a:xfrm>
            <a:off x="10495236" y="5786036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C9E06D9-6B15-13D7-D61A-198A67FA0A0E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27675326-58E6-5D43-897A-0BDECAE64C5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4030C770-BBC4-7D4A-FCE8-2B11447826B4}"/>
              </a:ext>
            </a:extLst>
          </p:cNvPr>
          <p:cNvSpPr txBox="1"/>
          <p:nvPr/>
        </p:nvSpPr>
        <p:spPr>
          <a:xfrm>
            <a:off x="10688124" y="6778951"/>
            <a:ext cx="2470678" cy="819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</a:rPr>
              <a:t>28 MUNICÍPIOS</a:t>
            </a: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CONTEMPLADOS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E74621A3-0CA6-2455-7BFD-AB3E9988E124}"/>
              </a:ext>
            </a:extLst>
          </p:cNvPr>
          <p:cNvGrpSpPr/>
          <p:nvPr/>
        </p:nvGrpSpPr>
        <p:grpSpPr>
          <a:xfrm>
            <a:off x="13698870" y="5786036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539039B4-0FE2-9AB9-EDD5-F719DCCFD97D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188D6688-D630-1E42-12A9-969A55A0327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D38D66A7-5D42-327B-C761-CB92908B3203}"/>
              </a:ext>
            </a:extLst>
          </p:cNvPr>
          <p:cNvSpPr txBox="1"/>
          <p:nvPr/>
        </p:nvSpPr>
        <p:spPr>
          <a:xfrm>
            <a:off x="13869869" y="6630931"/>
            <a:ext cx="2470678" cy="1115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lang="pt-BR" b="1" dirty="0">
              <a:solidFill>
                <a:srgbClr val="FFFFFF"/>
              </a:solidFill>
              <a:latin typeface="Gotham"/>
              <a:ea typeface="Calibri"/>
              <a:cs typeface="Calibri"/>
            </a:endParaRP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rgbClr val="FFFFFF"/>
                </a:solidFill>
                <a:latin typeface="Gotham"/>
                <a:ea typeface="Calibri"/>
                <a:cs typeface="Calibri"/>
              </a:rPr>
              <a:t>R$ 185.044.044,26</a:t>
            </a:r>
            <a:endParaRPr lang="pt-BR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3615265-977D-D271-7166-7ADB9429CB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5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1C4B-E56D-7ABD-D61D-85AE6583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92A60F2-21AD-0137-502D-40214159A2EF}"/>
              </a:ext>
            </a:extLst>
          </p:cNvPr>
          <p:cNvSpPr txBox="1"/>
          <p:nvPr/>
        </p:nvSpPr>
        <p:spPr>
          <a:xfrm>
            <a:off x="2346770" y="2753222"/>
            <a:ext cx="5693619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em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a frio sem compactação com espessura de 0,80 cm, a cargo da </a:t>
            </a:r>
            <a:r>
              <a:rPr lang="pt-BR" dirty="0" err="1">
                <a:latin typeface="Gotham" panose="020B0604020202020204"/>
              </a:rPr>
              <a:t>Goinfra</a:t>
            </a:r>
            <a:r>
              <a:rPr lang="pt-BR" dirty="0">
                <a:latin typeface="Gotham" panose="020B0604020202020204"/>
              </a:rPr>
              <a:t>, sob coordenação da Diretoria de Manutenção – DMA.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01</a:t>
            </a:r>
            <a:endParaRPr lang="pt-BR" b="1" dirty="0">
              <a:latin typeface="Gotham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R$ 77.549.246,03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9A0A9392-6F64-0BBC-FB7D-21D696976FD9}"/>
              </a:ext>
            </a:extLst>
          </p:cNvPr>
          <p:cNvGrpSpPr/>
          <p:nvPr/>
        </p:nvGrpSpPr>
        <p:grpSpPr>
          <a:xfrm>
            <a:off x="2147111" y="1253794"/>
            <a:ext cx="5893282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386BAEF-F702-F4AD-1DE0-44ACBF5309D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A3A1C9E-6A86-8FB3-0A78-021563754861}"/>
              </a:ext>
            </a:extLst>
          </p:cNvPr>
          <p:cNvSpPr txBox="1"/>
          <p:nvPr/>
        </p:nvSpPr>
        <p:spPr>
          <a:xfrm>
            <a:off x="3073562" y="1386671"/>
            <a:ext cx="5240454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188/2021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722455E-34E4-3CCF-00C8-10B46932D9E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1A6C453-0712-57F8-139D-B1E92605CD38}"/>
              </a:ext>
            </a:extLst>
          </p:cNvPr>
          <p:cNvSpPr txBox="1"/>
          <p:nvPr/>
        </p:nvSpPr>
        <p:spPr>
          <a:xfrm>
            <a:off x="9476488" y="2753222"/>
            <a:ext cx="5478903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em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a frio sem compactação com espessura de 0,80 cm, a cargo da </a:t>
            </a:r>
            <a:r>
              <a:rPr lang="pt-BR" dirty="0" err="1">
                <a:latin typeface="Gotham" panose="020B0604020202020204"/>
              </a:rPr>
              <a:t>Goinfra</a:t>
            </a:r>
            <a:r>
              <a:rPr lang="pt-BR" dirty="0">
                <a:latin typeface="Gotham" panose="020B0604020202020204"/>
              </a:rPr>
              <a:t>, sob coordenação da Diretoria de Manutenção – DMA.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02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R$ 44.194.962,00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6C387CC3-5CBE-BEBB-C099-4C2A3A34885E}"/>
              </a:ext>
            </a:extLst>
          </p:cNvPr>
          <p:cNvGrpSpPr/>
          <p:nvPr/>
        </p:nvGrpSpPr>
        <p:grpSpPr>
          <a:xfrm>
            <a:off x="9062113" y="1233885"/>
            <a:ext cx="5893278" cy="1366551"/>
            <a:chOff x="0" y="78653"/>
            <a:chExt cx="6580886" cy="1822069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44A6DAE4-66D6-1D9D-2A7B-FB935BAEE244}"/>
                </a:ext>
              </a:extLst>
            </p:cNvPr>
            <p:cNvSpPr/>
            <p:nvPr/>
          </p:nvSpPr>
          <p:spPr>
            <a:xfrm>
              <a:off x="0" y="78653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09DA9567-C533-E6E2-8F3A-84F38FEF9A60}"/>
              </a:ext>
            </a:extLst>
          </p:cNvPr>
          <p:cNvSpPr txBox="1"/>
          <p:nvPr/>
        </p:nvSpPr>
        <p:spPr>
          <a:xfrm>
            <a:off x="10018454" y="1374772"/>
            <a:ext cx="5195984" cy="1663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191/2021</a:t>
            </a:r>
          </a:p>
          <a:p>
            <a:pPr>
              <a:lnSpc>
                <a:spcPts val="7200"/>
              </a:lnSpc>
            </a:pPr>
            <a:endParaRPr lang="it-IT" sz="20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47B04721-C712-90DA-A89E-B66DC7FE6CB6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DDB98D7-37E6-DE5C-6830-9C9F130E7135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26" name="Group 17">
            <a:extLst>
              <a:ext uri="{FF2B5EF4-FFF2-40B4-BE49-F238E27FC236}">
                <a16:creationId xmlns:a16="http://schemas.microsoft.com/office/drawing/2014/main" id="{61C7BF77-BC1A-596C-71E0-D0147C4C69EA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F3F71BF3-261A-839E-4E2C-D0D92370D374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28" name="TextBox 19">
            <a:extLst>
              <a:ext uri="{FF2B5EF4-FFF2-40B4-BE49-F238E27FC236}">
                <a16:creationId xmlns:a16="http://schemas.microsoft.com/office/drawing/2014/main" id="{B13B4087-4032-3B93-C4E4-7687BD900317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- MICRORREVESTIMENTO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4CB3F44E-8105-0698-EC93-CA809B090B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8C9A3EAF-5752-5436-2361-4BE556BD31C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41B2BF0-1110-81C7-240B-1BB76FA9C5E7}"/>
              </a:ext>
            </a:extLst>
          </p:cNvPr>
          <p:cNvSpPr txBox="1"/>
          <p:nvPr/>
        </p:nvSpPr>
        <p:spPr>
          <a:xfrm>
            <a:off x="-189350" y="8141378"/>
            <a:ext cx="23918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MICRORREVESTIMENTO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4A88E1A-D695-16FF-6EAF-5A4207C76FF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93291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3AFD-0319-8086-B74E-7A87A173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D5EC7C6-2909-B80A-BF74-D703CB26DEFF}"/>
              </a:ext>
            </a:extLst>
          </p:cNvPr>
          <p:cNvSpPr txBox="1"/>
          <p:nvPr/>
        </p:nvSpPr>
        <p:spPr>
          <a:xfrm>
            <a:off x="2043260" y="2549638"/>
            <a:ext cx="5893278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em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a frio sem compactação com espessura de 0,80 cm, a cargo da </a:t>
            </a:r>
            <a:r>
              <a:rPr lang="pt-BR" dirty="0" err="1">
                <a:latin typeface="Gotham" panose="020B0604020202020204"/>
              </a:rPr>
              <a:t>Goinfra</a:t>
            </a:r>
            <a:r>
              <a:rPr lang="pt-BR" dirty="0">
                <a:latin typeface="Gotham" panose="020B0604020202020204"/>
              </a:rPr>
              <a:t>, sob coordenação da Diretoria de Manutenção – DMA.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R$ 29.948.813,45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36F4F46-B918-D7A1-EBB1-7EB1B0269D8B}"/>
              </a:ext>
            </a:extLst>
          </p:cNvPr>
          <p:cNvGrpSpPr/>
          <p:nvPr/>
        </p:nvGrpSpPr>
        <p:grpSpPr>
          <a:xfrm>
            <a:off x="2043260" y="1021949"/>
            <a:ext cx="5893282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6CEAABC-56A7-2C23-6AAA-F3D289867656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E63555E-98E2-A0B8-7B91-7ED0EC734395}"/>
              </a:ext>
            </a:extLst>
          </p:cNvPr>
          <p:cNvSpPr txBox="1"/>
          <p:nvPr/>
        </p:nvSpPr>
        <p:spPr>
          <a:xfrm>
            <a:off x="3079353" y="1191602"/>
            <a:ext cx="5240454" cy="740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189/2021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137377B2-0CB9-7BA8-9B4B-4E7FAF65EE6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363383AF-BDCB-9594-C78E-DA86A42FC8BB}"/>
              </a:ext>
            </a:extLst>
          </p:cNvPr>
          <p:cNvSpPr txBox="1"/>
          <p:nvPr/>
        </p:nvSpPr>
        <p:spPr>
          <a:xfrm>
            <a:off x="8957550" y="2549638"/>
            <a:ext cx="5986760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em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a frio sem compactação com espessura de 0,80 cm, a cargo da </a:t>
            </a:r>
            <a:r>
              <a:rPr lang="pt-BR" dirty="0" err="1">
                <a:latin typeface="Gotham" panose="020B0604020202020204"/>
              </a:rPr>
              <a:t>Goinfra</a:t>
            </a:r>
            <a:r>
              <a:rPr lang="pt-BR" dirty="0">
                <a:latin typeface="Gotham" panose="020B0604020202020204"/>
              </a:rPr>
              <a:t>, sob coordenação da Diretoria de Manutenção – DMA.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04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R$ 31.201.740,81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5B793756-4AFC-E9D6-CA12-5388BE6FD69A}"/>
              </a:ext>
            </a:extLst>
          </p:cNvPr>
          <p:cNvGrpSpPr/>
          <p:nvPr/>
        </p:nvGrpSpPr>
        <p:grpSpPr>
          <a:xfrm>
            <a:off x="9051032" y="1045914"/>
            <a:ext cx="5893278" cy="1366551"/>
            <a:chOff x="0" y="78653"/>
            <a:chExt cx="6580886" cy="1822069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367577C3-7880-AFBB-8BFF-4EFA6F893C5C}"/>
                </a:ext>
              </a:extLst>
            </p:cNvPr>
            <p:cNvSpPr/>
            <p:nvPr/>
          </p:nvSpPr>
          <p:spPr>
            <a:xfrm>
              <a:off x="0" y="78653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29CD4005-C9E4-1FE1-5EDC-1F9EB36AFAD1}"/>
              </a:ext>
            </a:extLst>
          </p:cNvPr>
          <p:cNvSpPr txBox="1"/>
          <p:nvPr/>
        </p:nvSpPr>
        <p:spPr>
          <a:xfrm>
            <a:off x="10012663" y="1203646"/>
            <a:ext cx="5195984" cy="1663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190/2021</a:t>
            </a:r>
          </a:p>
          <a:p>
            <a:pPr>
              <a:lnSpc>
                <a:spcPts val="7200"/>
              </a:lnSpc>
            </a:pPr>
            <a:endParaRPr lang="it-IT" sz="20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3E5C61F4-B0F8-871A-AC85-4C1E24C28F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3D92F5A0-F538-DE55-E73E-0E16A711C51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561C83C-8437-6B98-1450-D0CA847DC1BF}"/>
              </a:ext>
            </a:extLst>
          </p:cNvPr>
          <p:cNvSpPr txBox="1"/>
          <p:nvPr/>
        </p:nvSpPr>
        <p:spPr>
          <a:xfrm>
            <a:off x="-189350" y="8141378"/>
            <a:ext cx="23918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MICRORREVESTIMENTO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354AD17-F211-EF33-1D19-1D96E410D64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61351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030A-E9E9-1373-3850-D6839647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06119A0-2F96-50BD-4275-1EA1404D7CEA}"/>
              </a:ext>
            </a:extLst>
          </p:cNvPr>
          <p:cNvSpPr txBox="1"/>
          <p:nvPr/>
        </p:nvSpPr>
        <p:spPr>
          <a:xfrm>
            <a:off x="2346770" y="2753222"/>
            <a:ext cx="5693619" cy="3208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prestação dos serviços de supervisão da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à frio no estado de Goiás.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01</a:t>
            </a:r>
            <a:endParaRPr lang="pt-BR" b="1" dirty="0">
              <a:latin typeface="Gotham" panose="020B0604020202020204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</a:t>
            </a:r>
            <a:r>
              <a:rPr lang="pt-BR" dirty="0">
                <a:latin typeface="Gotham" panose="020B0604020202020204"/>
              </a:rPr>
              <a:t>796.491,62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  <a:p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286AE874-3AB5-311C-15AE-D66DE169F479}"/>
              </a:ext>
            </a:extLst>
          </p:cNvPr>
          <p:cNvGrpSpPr/>
          <p:nvPr/>
        </p:nvGrpSpPr>
        <p:grpSpPr>
          <a:xfrm>
            <a:off x="2147111" y="1253794"/>
            <a:ext cx="5893282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08785AC-A455-2301-67D2-D266D19D2CA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8A04D2A9-E25A-42B6-0E1D-E64F00680616}"/>
              </a:ext>
            </a:extLst>
          </p:cNvPr>
          <p:cNvSpPr txBox="1"/>
          <p:nvPr/>
        </p:nvSpPr>
        <p:spPr>
          <a:xfrm>
            <a:off x="3073562" y="1386671"/>
            <a:ext cx="5240454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69/2022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244AAFC-5EF1-10F1-4A43-E95C2896A7A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9A4CD50-0B31-5C0D-F20E-2FEEC6B25AAB}"/>
              </a:ext>
            </a:extLst>
          </p:cNvPr>
          <p:cNvSpPr txBox="1"/>
          <p:nvPr/>
        </p:nvSpPr>
        <p:spPr>
          <a:xfrm>
            <a:off x="9476488" y="2753222"/>
            <a:ext cx="5478903" cy="3624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prestação dos serviços de supervisão da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à frio no estado de Goiás.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02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R$ 497.669,46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  <a:p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DFE66DE0-E5C6-9C56-2A25-CEA07B4FB839}"/>
              </a:ext>
            </a:extLst>
          </p:cNvPr>
          <p:cNvGrpSpPr/>
          <p:nvPr/>
        </p:nvGrpSpPr>
        <p:grpSpPr>
          <a:xfrm>
            <a:off x="9062113" y="1233885"/>
            <a:ext cx="5893278" cy="1366551"/>
            <a:chOff x="0" y="78653"/>
            <a:chExt cx="6580886" cy="1822069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1D2D3831-5EDB-2B65-3D7A-3ED8DA3559FC}"/>
                </a:ext>
              </a:extLst>
            </p:cNvPr>
            <p:cNvSpPr/>
            <p:nvPr/>
          </p:nvSpPr>
          <p:spPr>
            <a:xfrm>
              <a:off x="0" y="78653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899F9685-A743-B96D-EAB6-922740806240}"/>
              </a:ext>
            </a:extLst>
          </p:cNvPr>
          <p:cNvSpPr txBox="1"/>
          <p:nvPr/>
        </p:nvSpPr>
        <p:spPr>
          <a:xfrm>
            <a:off x="10018454" y="1374772"/>
            <a:ext cx="5195984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74/2022</a:t>
            </a: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8479F67B-1783-F6E6-0682-28494E96DD87}"/>
              </a:ext>
            </a:extLst>
          </p:cNvPr>
          <p:cNvGrpSpPr/>
          <p:nvPr/>
        </p:nvGrpSpPr>
        <p:grpSpPr>
          <a:xfrm>
            <a:off x="2346770" y="144177"/>
            <a:ext cx="11003470" cy="907257"/>
            <a:chOff x="0" y="0"/>
            <a:chExt cx="4908550" cy="1209676"/>
          </a:xfrm>
        </p:grpSpPr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36CD652E-33ED-19BE-D902-A0205F04E47D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26" name="Group 17">
            <a:extLst>
              <a:ext uri="{FF2B5EF4-FFF2-40B4-BE49-F238E27FC236}">
                <a16:creationId xmlns:a16="http://schemas.microsoft.com/office/drawing/2014/main" id="{B0D718F8-87C1-CBA9-70DE-141A7C58C731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23529B10-3ABC-DB6A-899C-70528736F95D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28" name="TextBox 19">
            <a:extLst>
              <a:ext uri="{FF2B5EF4-FFF2-40B4-BE49-F238E27FC236}">
                <a16:creationId xmlns:a16="http://schemas.microsoft.com/office/drawing/2014/main" id="{6EBAA020-2C43-E7FD-DCD7-B3FE7062D73F}"/>
              </a:ext>
            </a:extLst>
          </p:cNvPr>
          <p:cNvSpPr txBox="1"/>
          <p:nvPr/>
        </p:nvSpPr>
        <p:spPr>
          <a:xfrm>
            <a:off x="3235079" y="275171"/>
            <a:ext cx="10313281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SUPERVISÃO MICROREVESTIMENTO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A079F6D3-75C1-9727-1A85-3B417BF4E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01FDDCFC-0326-F0AE-6097-2DA2606666F2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8F5A8DF-12F0-E2D1-4E6B-50DF78ACA529}"/>
              </a:ext>
            </a:extLst>
          </p:cNvPr>
          <p:cNvSpPr txBox="1"/>
          <p:nvPr/>
        </p:nvSpPr>
        <p:spPr>
          <a:xfrm>
            <a:off x="-189350" y="8141378"/>
            <a:ext cx="2391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MICRORREVESTIMENTO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CBC1054-0748-5278-BA11-1F2A0DE483C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89875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743C-07B7-BE7B-0127-1B9D8D07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863EBE4-D5F6-4554-EF1A-9D1093D0236C}"/>
              </a:ext>
            </a:extLst>
          </p:cNvPr>
          <p:cNvSpPr txBox="1"/>
          <p:nvPr/>
        </p:nvSpPr>
        <p:spPr>
          <a:xfrm>
            <a:off x="2346770" y="2753222"/>
            <a:ext cx="5693619" cy="3208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prestação dos serviços de supervisão da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à frio no estado de Goiás.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03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</a:t>
            </a:r>
            <a:r>
              <a:rPr lang="pt-BR" dirty="0">
                <a:latin typeface="Gotham" panose="020B0604020202020204"/>
              </a:rPr>
              <a:t>401.763,73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  <a:p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7D813DD-6DF7-9433-8460-E5B333DD0B0B}"/>
              </a:ext>
            </a:extLst>
          </p:cNvPr>
          <p:cNvGrpSpPr/>
          <p:nvPr/>
        </p:nvGrpSpPr>
        <p:grpSpPr>
          <a:xfrm>
            <a:off x="2147111" y="1253794"/>
            <a:ext cx="5893282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604B454-8A86-535D-A208-5009E2EB631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764A270-E0A9-2A3E-C1FC-750D592E78BA}"/>
              </a:ext>
            </a:extLst>
          </p:cNvPr>
          <p:cNvSpPr txBox="1"/>
          <p:nvPr/>
        </p:nvSpPr>
        <p:spPr>
          <a:xfrm>
            <a:off x="3073562" y="1386671"/>
            <a:ext cx="5240454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73/2022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ADD5AB1-28E8-CFC9-9BB2-09A706479A5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53A7BE8-3BB7-EAA9-E05B-B70668CBB48F}"/>
              </a:ext>
            </a:extLst>
          </p:cNvPr>
          <p:cNvSpPr txBox="1"/>
          <p:nvPr/>
        </p:nvSpPr>
        <p:spPr>
          <a:xfrm>
            <a:off x="9476488" y="2753222"/>
            <a:ext cx="5478903" cy="3624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prestação dos serviços de supervisão da execução de </a:t>
            </a:r>
            <a:r>
              <a:rPr lang="pt-BR" dirty="0" err="1">
                <a:latin typeface="Gotham" panose="020B0604020202020204"/>
              </a:rPr>
              <a:t>microrrevestimento</a:t>
            </a:r>
            <a:r>
              <a:rPr lang="pt-BR" dirty="0">
                <a:latin typeface="Gotham" panose="020B0604020202020204"/>
              </a:rPr>
              <a:t> asfáltico à frio no estado de Goiás.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 panose="020B0604020202020204"/>
              </a:rPr>
              <a:t>REGIONAL: </a:t>
            </a:r>
            <a:r>
              <a:rPr lang="pt-BR" dirty="0">
                <a:latin typeface="Gotham" panose="020B0604020202020204"/>
              </a:rPr>
              <a:t>04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R$ 453.357,16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Concluído </a:t>
            </a:r>
          </a:p>
          <a:p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4F9F1926-25BF-AD33-4F5F-B21F50883445}"/>
              </a:ext>
            </a:extLst>
          </p:cNvPr>
          <p:cNvGrpSpPr/>
          <p:nvPr/>
        </p:nvGrpSpPr>
        <p:grpSpPr>
          <a:xfrm>
            <a:off x="9062113" y="1233885"/>
            <a:ext cx="5893278" cy="1366551"/>
            <a:chOff x="0" y="78653"/>
            <a:chExt cx="6580886" cy="1822069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499712A5-0BEF-6384-BD6E-8DB613721717}"/>
                </a:ext>
              </a:extLst>
            </p:cNvPr>
            <p:cNvSpPr/>
            <p:nvPr/>
          </p:nvSpPr>
          <p:spPr>
            <a:xfrm>
              <a:off x="0" y="78653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DB36F91C-9704-358D-BE20-A976067DF4E0}"/>
              </a:ext>
            </a:extLst>
          </p:cNvPr>
          <p:cNvSpPr txBox="1"/>
          <p:nvPr/>
        </p:nvSpPr>
        <p:spPr>
          <a:xfrm>
            <a:off x="10018454" y="1374772"/>
            <a:ext cx="5195984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75/2022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87215529-BF35-6F1F-616F-AAD64F630F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F19C26B4-F7EE-174F-1AE4-47AFAE6F67E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765847C-97E3-EC2A-72FE-33FD7CB7ADA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0E7261-69DD-4291-B45B-D9CAB4156FEF}"/>
              </a:ext>
            </a:extLst>
          </p:cNvPr>
          <p:cNvSpPr txBox="1"/>
          <p:nvPr/>
        </p:nvSpPr>
        <p:spPr>
          <a:xfrm>
            <a:off x="-189350" y="8141378"/>
            <a:ext cx="2391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MICRORREVESTIMENTO</a:t>
            </a:r>
          </a:p>
        </p:txBody>
      </p:sp>
    </p:spTree>
    <p:extLst>
      <p:ext uri="{BB962C8B-B14F-4D97-AF65-F5344CB8AC3E}">
        <p14:creationId xmlns:p14="http://schemas.microsoft.com/office/powerpoint/2010/main" val="388884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22037</TotalTime>
  <Words>412</Words>
  <Application>Microsoft Office PowerPoint</Application>
  <PresentationFormat>Personalizar</PresentationFormat>
  <Paragraphs>71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93</cp:revision>
  <dcterms:created xsi:type="dcterms:W3CDTF">2006-08-16T00:00:00Z</dcterms:created>
  <dcterms:modified xsi:type="dcterms:W3CDTF">2026-07-21T18:35:15Z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